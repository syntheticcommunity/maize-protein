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Relationship Id="rId14" Type="http://schemas.openxmlformats.org/officeDocument/2006/relationships/slide" Target="slides/slide9.xml"/>
<Relationship Id="rId15" Type="http://schemas.openxmlformats.org/officeDocument/2006/relationships/slide" Target="slides/slide10.xml"/>
<Relationship Id="rId16" Type="http://schemas.openxmlformats.org/officeDocument/2006/relationships/slide" Target="slides/slide11.xml"/>
<Relationship Id="rId17" Type="http://schemas.openxmlformats.org/officeDocument/2006/relationships/slide" Target="slides/slide12.xml"/>
<Relationship Id="rId18" Type="http://schemas.openxmlformats.org/officeDocument/2006/relationships/slide" Target="slides/slide13.xml"/>
<Relationship Id="rId19" Type="http://schemas.openxmlformats.org/officeDocument/2006/relationships/slide" Target="slides/slide14.xml"/>
<Relationship Id="rId20" Type="http://schemas.openxmlformats.org/officeDocument/2006/relationships/slide" Target="slides/slide15.xml"/>
<Relationship Id="rId21" Type="http://schemas.openxmlformats.org/officeDocument/2006/relationships/slide" Target="slides/slide16.xml"/>
<Relationship Id="rId22" Type="http://schemas.openxmlformats.org/officeDocument/2006/relationships/slide" Target="slides/slide17.xml"/>
<Relationship Id="rId23" Type="http://schemas.openxmlformats.org/officeDocument/2006/relationships/slide" Target="slides/slide18.xml"/>
<Relationship Id="rId24" Type="http://schemas.openxmlformats.org/officeDocument/2006/relationships/slide" Target="slides/slide19.xml"/>
<Relationship Id="rId25" Type="http://schemas.openxmlformats.org/officeDocument/2006/relationships/slide" Target="slides/slide20.xml"/>
<Relationship Id="rId26" Type="http://schemas.openxmlformats.org/officeDocument/2006/relationships/slide" Target="slides/slide21.xml"/>
<Relationship Id="rId27" Type="http://schemas.openxmlformats.org/officeDocument/2006/relationships/slide" Target="slides/slide2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be92adc11b931d690619507e7326a867475b2d5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be92adc11b931d690619507e7326a867475b2d5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74293" y="2097270"/>
              <a:ext cx="4241152" cy="26279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4293" y="423121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4293" y="347337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74293" y="271552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293" y="461014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74293" y="3852295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74293" y="309444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4293" y="2336600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763656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79263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94869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10475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26081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63656" y="2254389"/>
              <a:ext cx="0" cy="365305"/>
            </a:xfrm>
            <a:custGeom>
              <a:avLst/>
              <a:pathLst>
                <a:path w="0" h="365305">
                  <a:moveTo>
                    <a:pt x="0" y="365305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763656" y="3552506"/>
              <a:ext cx="0" cy="78149"/>
            </a:xfrm>
            <a:custGeom>
              <a:avLst/>
              <a:pathLst>
                <a:path w="0" h="78149">
                  <a:moveTo>
                    <a:pt x="0" y="0"/>
                  </a:moveTo>
                  <a:lnTo>
                    <a:pt x="0" y="78149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57804" y="2619694"/>
              <a:ext cx="611704" cy="932811"/>
            </a:xfrm>
            <a:custGeom>
              <a:avLst/>
              <a:pathLst>
                <a:path w="611704" h="932811">
                  <a:moveTo>
                    <a:pt x="0" y="0"/>
                  </a:moveTo>
                  <a:lnTo>
                    <a:pt x="0" y="932811"/>
                  </a:lnTo>
                  <a:lnTo>
                    <a:pt x="611704" y="932811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57804" y="3078586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579263" y="4233007"/>
              <a:ext cx="0" cy="106091"/>
            </a:xfrm>
            <a:custGeom>
              <a:avLst/>
              <a:pathLst>
                <a:path w="0" h="106091">
                  <a:moveTo>
                    <a:pt x="0" y="106091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9263" y="4424853"/>
              <a:ext cx="0" cy="4497"/>
            </a:xfrm>
            <a:custGeom>
              <a:avLst/>
              <a:pathLst>
                <a:path w="0" h="4497">
                  <a:moveTo>
                    <a:pt x="0" y="0"/>
                  </a:moveTo>
                  <a:lnTo>
                    <a:pt x="0" y="4497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273410" y="4339098"/>
              <a:ext cx="611704" cy="85754"/>
            </a:xfrm>
            <a:custGeom>
              <a:avLst/>
              <a:pathLst>
                <a:path w="611704" h="85754">
                  <a:moveTo>
                    <a:pt x="0" y="0"/>
                  </a:moveTo>
                  <a:lnTo>
                    <a:pt x="0" y="85754"/>
                  </a:lnTo>
                  <a:lnTo>
                    <a:pt x="611704" y="85754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273410" y="4380560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376818" y="3226860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376818" y="301070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76818" y="308508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94869" y="3450727"/>
              <a:ext cx="0" cy="567127"/>
            </a:xfrm>
            <a:custGeom>
              <a:avLst/>
              <a:pathLst>
                <a:path w="0" h="567127">
                  <a:moveTo>
                    <a:pt x="0" y="567127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94869" y="4398620"/>
              <a:ext cx="0" cy="149985"/>
            </a:xfrm>
            <a:custGeom>
              <a:avLst/>
              <a:pathLst>
                <a:path w="0" h="149985">
                  <a:moveTo>
                    <a:pt x="0" y="0"/>
                  </a:moveTo>
                  <a:lnTo>
                    <a:pt x="0" y="149985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89017" y="4017855"/>
              <a:ext cx="611704" cy="380765"/>
            </a:xfrm>
            <a:custGeom>
              <a:avLst/>
              <a:pathLst>
                <a:path w="611704" h="380765">
                  <a:moveTo>
                    <a:pt x="0" y="0"/>
                  </a:moveTo>
                  <a:lnTo>
                    <a:pt x="0" y="380765"/>
                  </a:lnTo>
                  <a:lnTo>
                    <a:pt x="611704" y="380765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4DAF4A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89017" y="4254515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92425" y="407854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192425" y="386149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10475" y="4273658"/>
              <a:ext cx="0" cy="176616"/>
            </a:xfrm>
            <a:custGeom>
              <a:avLst/>
              <a:pathLst>
                <a:path w="0" h="176616">
                  <a:moveTo>
                    <a:pt x="0" y="176616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10475" y="4589954"/>
              <a:ext cx="0" cy="15854"/>
            </a:xfrm>
            <a:custGeom>
              <a:avLst/>
              <a:pathLst>
                <a:path w="0" h="15854">
                  <a:moveTo>
                    <a:pt x="0" y="0"/>
                  </a:moveTo>
                  <a:lnTo>
                    <a:pt x="0" y="15854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904623" y="4450275"/>
              <a:ext cx="611704" cy="139678"/>
            </a:xfrm>
            <a:custGeom>
              <a:avLst/>
              <a:pathLst>
                <a:path w="611704" h="139678">
                  <a:moveTo>
                    <a:pt x="0" y="0"/>
                  </a:moveTo>
                  <a:lnTo>
                    <a:pt x="0" y="139678"/>
                  </a:lnTo>
                  <a:lnTo>
                    <a:pt x="611704" y="139678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04623" y="4578980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026081" y="4280706"/>
              <a:ext cx="0" cy="168287"/>
            </a:xfrm>
            <a:custGeom>
              <a:avLst/>
              <a:pathLst>
                <a:path w="0" h="168287">
                  <a:moveTo>
                    <a:pt x="0" y="168287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026081" y="4567680"/>
              <a:ext cx="0" cy="9859"/>
            </a:xfrm>
            <a:custGeom>
              <a:avLst/>
              <a:pathLst>
                <a:path w="0" h="9859">
                  <a:moveTo>
                    <a:pt x="0" y="0"/>
                  </a:moveTo>
                  <a:lnTo>
                    <a:pt x="0" y="9859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4720229" y="4448994"/>
              <a:ext cx="611704" cy="118686"/>
            </a:xfrm>
            <a:custGeom>
              <a:avLst/>
              <a:pathLst>
                <a:path w="611704" h="118686">
                  <a:moveTo>
                    <a:pt x="0" y="0"/>
                  </a:moveTo>
                  <a:lnTo>
                    <a:pt x="0" y="118686"/>
                  </a:lnTo>
                  <a:lnTo>
                    <a:pt x="611704" y="118686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20229" y="4503589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274293" y="2097270"/>
              <a:ext cx="4241152" cy="2627992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597687" y="2097270"/>
              <a:ext cx="4241152" cy="26279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97687" y="423121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97687" y="347337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97687" y="271552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597687" y="461014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597687" y="3852295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597687" y="309444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597687" y="2336600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087051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02657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18263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33869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349476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087051" y="2297465"/>
              <a:ext cx="0" cy="224610"/>
            </a:xfrm>
            <a:custGeom>
              <a:avLst/>
              <a:pathLst>
                <a:path w="0" h="224610">
                  <a:moveTo>
                    <a:pt x="0" y="22461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087051" y="4066307"/>
              <a:ext cx="0" cy="67391"/>
            </a:xfrm>
            <a:custGeom>
              <a:avLst/>
              <a:pathLst>
                <a:path w="0" h="67391">
                  <a:moveTo>
                    <a:pt x="0" y="0"/>
                  </a:moveTo>
                  <a:lnTo>
                    <a:pt x="0" y="67391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5781198" y="2522076"/>
              <a:ext cx="611704" cy="1544231"/>
            </a:xfrm>
            <a:custGeom>
              <a:avLst/>
              <a:pathLst>
                <a:path w="611704" h="1544231">
                  <a:moveTo>
                    <a:pt x="0" y="0"/>
                  </a:moveTo>
                  <a:lnTo>
                    <a:pt x="0" y="1544231"/>
                  </a:lnTo>
                  <a:lnTo>
                    <a:pt x="611704" y="1544231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1198" y="3262970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902657" y="4413754"/>
              <a:ext cx="0" cy="30514"/>
            </a:xfrm>
            <a:custGeom>
              <a:avLst/>
              <a:pathLst>
                <a:path w="0" h="30514">
                  <a:moveTo>
                    <a:pt x="0" y="30514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902657" y="4472749"/>
              <a:ext cx="0" cy="22322"/>
            </a:xfrm>
            <a:custGeom>
              <a:avLst/>
              <a:pathLst>
                <a:path w="0" h="22322">
                  <a:moveTo>
                    <a:pt x="0" y="0"/>
                  </a:moveTo>
                  <a:lnTo>
                    <a:pt x="0" y="22322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596804" y="4444269"/>
              <a:ext cx="611704" cy="28479"/>
            </a:xfrm>
            <a:custGeom>
              <a:avLst/>
              <a:pathLst>
                <a:path w="611704" h="28479">
                  <a:moveTo>
                    <a:pt x="0" y="0"/>
                  </a:moveTo>
                  <a:lnTo>
                    <a:pt x="0" y="28479"/>
                  </a:lnTo>
                  <a:lnTo>
                    <a:pt x="611704" y="28479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596804" y="4461635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700212" y="3357740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700212" y="333300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700212" y="340704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700212" y="3334823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700212" y="2902471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700212" y="2198673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700212" y="3109060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700212" y="338047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700212" y="344672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700212" y="2756585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700212" y="3212779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700212" y="3443271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700212" y="349115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700212" y="291514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700212" y="322402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718263" y="3654512"/>
              <a:ext cx="0" cy="437422"/>
            </a:xfrm>
            <a:custGeom>
              <a:avLst/>
              <a:pathLst>
                <a:path w="0" h="437422">
                  <a:moveTo>
                    <a:pt x="0" y="437422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718263" y="4434371"/>
              <a:ext cx="0" cy="143032"/>
            </a:xfrm>
            <a:custGeom>
              <a:avLst/>
              <a:pathLst>
                <a:path w="0" h="143032">
                  <a:moveTo>
                    <a:pt x="0" y="0"/>
                  </a:moveTo>
                  <a:lnTo>
                    <a:pt x="0" y="143032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7412411" y="4091934"/>
              <a:ext cx="611704" cy="342437"/>
            </a:xfrm>
            <a:custGeom>
              <a:avLst/>
              <a:pathLst>
                <a:path w="611704" h="342437">
                  <a:moveTo>
                    <a:pt x="0" y="0"/>
                  </a:moveTo>
                  <a:lnTo>
                    <a:pt x="0" y="342437"/>
                  </a:lnTo>
                  <a:lnTo>
                    <a:pt x="611704" y="342437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4DAF4A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412411" y="4277304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515819" y="342952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515819" y="3647693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8515819" y="357971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533869" y="4391746"/>
              <a:ext cx="0" cy="7790"/>
            </a:xfrm>
            <a:custGeom>
              <a:avLst/>
              <a:pathLst>
                <a:path w="0" h="7790">
                  <a:moveTo>
                    <a:pt x="0" y="779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533869" y="4586278"/>
              <a:ext cx="0" cy="7995"/>
            </a:xfrm>
            <a:custGeom>
              <a:avLst/>
              <a:pathLst>
                <a:path w="0" h="7995">
                  <a:moveTo>
                    <a:pt x="0" y="0"/>
                  </a:moveTo>
                  <a:lnTo>
                    <a:pt x="0" y="7995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8228017" y="4399537"/>
              <a:ext cx="611704" cy="186741"/>
            </a:xfrm>
            <a:custGeom>
              <a:avLst/>
              <a:pathLst>
                <a:path w="611704" h="186741">
                  <a:moveTo>
                    <a:pt x="0" y="0"/>
                  </a:moveTo>
                  <a:lnTo>
                    <a:pt x="0" y="186741"/>
                  </a:lnTo>
                  <a:lnTo>
                    <a:pt x="611704" y="186741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228017" y="4577176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9331425" y="426268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9331425" y="4229598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9331425" y="4232418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9331425" y="417583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9331425" y="414205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9331425" y="4038939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9349476" y="4398976"/>
              <a:ext cx="0" cy="71847"/>
            </a:xfrm>
            <a:custGeom>
              <a:avLst/>
              <a:pathLst>
                <a:path w="0" h="71847">
                  <a:moveTo>
                    <a:pt x="0" y="71847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349476" y="4577324"/>
              <a:ext cx="0" cy="19692"/>
            </a:xfrm>
            <a:custGeom>
              <a:avLst/>
              <a:pathLst>
                <a:path w="0" h="19692">
                  <a:moveTo>
                    <a:pt x="0" y="0"/>
                  </a:moveTo>
                  <a:lnTo>
                    <a:pt x="0" y="19692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9043623" y="4470824"/>
              <a:ext cx="611704" cy="106500"/>
            </a:xfrm>
            <a:custGeom>
              <a:avLst/>
              <a:pathLst>
                <a:path w="611704" h="106500">
                  <a:moveTo>
                    <a:pt x="0" y="0"/>
                  </a:moveTo>
                  <a:lnTo>
                    <a:pt x="0" y="106500"/>
                  </a:lnTo>
                  <a:lnTo>
                    <a:pt x="611704" y="106500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9043623" y="4566187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597687" y="2097270"/>
              <a:ext cx="4241152" cy="2627992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274293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3193107" y="1923120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4" name="rc104"/>
            <p:cNvSpPr/>
            <p:nvPr/>
          </p:nvSpPr>
          <p:spPr>
            <a:xfrm>
              <a:off x="5597687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7520204" y="1923120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1763656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579263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94869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210475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026081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 rot="-1800000">
              <a:off x="1363001" y="490663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12" name="tx112"/>
            <p:cNvSpPr/>
            <p:nvPr/>
          </p:nvSpPr>
          <p:spPr>
            <a:xfrm rot="-1800000">
              <a:off x="1973084" y="4961704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13" name="tx113"/>
            <p:cNvSpPr/>
            <p:nvPr/>
          </p:nvSpPr>
          <p:spPr>
            <a:xfrm rot="-1800000">
              <a:off x="3178749" y="4857189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14" name="tx114"/>
            <p:cNvSpPr/>
            <p:nvPr/>
          </p:nvSpPr>
          <p:spPr>
            <a:xfrm rot="-1800000">
              <a:off x="3973965" y="4862652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15" name="tx115"/>
            <p:cNvSpPr/>
            <p:nvPr/>
          </p:nvSpPr>
          <p:spPr>
            <a:xfrm rot="-1800000">
              <a:off x="4762356" y="4869944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6087051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902657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7718263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533869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9349476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 rot="-1800000">
              <a:off x="5686395" y="490663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1800000">
              <a:off x="6296478" y="4961704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23" name="tx123"/>
            <p:cNvSpPr/>
            <p:nvPr/>
          </p:nvSpPr>
          <p:spPr>
            <a:xfrm rot="-1800000">
              <a:off x="7502143" y="4857189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24" name="tx124"/>
            <p:cNvSpPr/>
            <p:nvPr/>
          </p:nvSpPr>
          <p:spPr>
            <a:xfrm rot="-1800000">
              <a:off x="8297359" y="4862652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25" name="tx125"/>
            <p:cNvSpPr/>
            <p:nvPr/>
          </p:nvSpPr>
          <p:spPr>
            <a:xfrm rot="-1800000">
              <a:off x="9085750" y="4869944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126849" y="4562914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126849" y="3805066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053423" y="3047219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1053423" y="2289371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30" name="pl130"/>
            <p:cNvSpPr/>
            <p:nvPr/>
          </p:nvSpPr>
          <p:spPr>
            <a:xfrm>
              <a:off x="1233172" y="461014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1233172" y="385229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233172" y="309444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233172" y="233660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5327143" y="5283781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101696" y="3352150"/>
              <a:ext cx="163348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3298324" y="5601244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3380566" y="57340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38" name="rc138"/>
            <p:cNvSpPr/>
            <p:nvPr/>
          </p:nvSpPr>
          <p:spPr>
            <a:xfrm>
              <a:off x="392165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031382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031382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949086" y="5738349"/>
              <a:ext cx="164591" cy="109727"/>
            </a:xfrm>
            <a:prstGeom prst="rect">
              <a:avLst/>
            </a:prstGeom>
            <a:solidFill>
              <a:srgbClr val="FF7F00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949086" y="5793213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031382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031382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76032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70052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70052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787756" y="5738349"/>
              <a:ext cx="164591" cy="109727"/>
            </a:xfrm>
            <a:prstGeom prst="rect">
              <a:avLst/>
            </a:prstGeom>
            <a:solidFill>
              <a:srgbClr val="984EA3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787756" y="579321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870052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870052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819273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929001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929001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846705" y="5738349"/>
              <a:ext cx="164591" cy="109727"/>
            </a:xfrm>
            <a:prstGeom prst="rect">
              <a:avLst/>
            </a:prstGeom>
            <a:solidFill>
              <a:srgbClr val="4DAF4A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846705" y="579321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929001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929001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460159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569887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569887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487591" y="5738349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487591" y="579321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569887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569887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122898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7232626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232626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150330" y="5738349"/>
              <a:ext cx="164592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150330" y="5793213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232626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232626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tx173"/>
            <p:cNvSpPr/>
            <p:nvPr/>
          </p:nvSpPr>
          <p:spPr>
            <a:xfrm>
              <a:off x="4223351" y="57459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5062021" y="57459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6120971" y="5745985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761856" y="5745985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424596" y="5745985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274293" y="1577666"/>
              <a:ext cx="3182569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by organ and variety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520171"/>
            <a:ext cx="9783763" cy="6522509"/>
            <a:chOff x="457200" y="520171"/>
            <a:chExt cx="9783763" cy="6522509"/>
          </a:xfrm>
        </p:grpSpPr>
        <p:sp>
          <p:nvSpPr>
            <p:cNvPr id="3" name="rc3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54411" y="1122015"/>
              <a:ext cx="9204309" cy="22817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54411" y="2951892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54411" y="2246904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4411" y="1541916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54411" y="3304386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54411" y="2599398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54411" y="1894410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54411" y="1189422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16447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86506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56566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26626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096685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977252" y="1313869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977252" y="3005868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977252" y="2244185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977252" y="2775065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47312" y="2288881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747312" y="3067921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747312" y="263335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47312" y="3117585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747312" y="3051819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517371" y="292308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517371" y="3259744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517371" y="3232294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287431" y="2912612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7287431" y="3233692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287431" y="3151146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057490" y="2902794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9057490" y="3246081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9057490" y="3176947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16447" y="1353064"/>
              <a:ext cx="1770059" cy="975012"/>
            </a:xfrm>
            <a:custGeom>
              <a:avLst/>
              <a:pathLst>
                <a:path w="1770059" h="975012">
                  <a:moveTo>
                    <a:pt x="0" y="0"/>
                  </a:moveTo>
                  <a:lnTo>
                    <a:pt x="1770059" y="975012"/>
                  </a:lnTo>
                </a:path>
              </a:pathLst>
            </a:custGeom>
            <a:ln w="21681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016447" y="3045063"/>
              <a:ext cx="1770059" cy="62053"/>
            </a:xfrm>
            <a:custGeom>
              <a:avLst/>
              <a:pathLst>
                <a:path w="1770059" h="62053">
                  <a:moveTo>
                    <a:pt x="0" y="0"/>
                  </a:moveTo>
                  <a:lnTo>
                    <a:pt x="1770059" y="62053"/>
                  </a:lnTo>
                </a:path>
              </a:pathLst>
            </a:custGeom>
            <a:ln w="21681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016447" y="2283380"/>
              <a:ext cx="7080238" cy="678894"/>
            </a:xfrm>
            <a:custGeom>
              <a:avLst/>
              <a:pathLst>
                <a:path w="7080238" h="678894">
                  <a:moveTo>
                    <a:pt x="0" y="0"/>
                  </a:moveTo>
                  <a:lnTo>
                    <a:pt x="1770059" y="389165"/>
                  </a:lnTo>
                  <a:lnTo>
                    <a:pt x="3540119" y="678894"/>
                  </a:lnTo>
                  <a:lnTo>
                    <a:pt x="5310178" y="668426"/>
                  </a:lnTo>
                  <a:lnTo>
                    <a:pt x="7080238" y="658608"/>
                  </a:lnTo>
                </a:path>
              </a:pathLst>
            </a:custGeom>
            <a:ln w="21681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016447" y="2814259"/>
              <a:ext cx="7080238" cy="484679"/>
            </a:xfrm>
            <a:custGeom>
              <a:avLst/>
              <a:pathLst>
                <a:path w="7080238" h="484679">
                  <a:moveTo>
                    <a:pt x="0" y="0"/>
                  </a:moveTo>
                  <a:lnTo>
                    <a:pt x="1770059" y="342520"/>
                  </a:lnTo>
                  <a:lnTo>
                    <a:pt x="3540119" y="484679"/>
                  </a:lnTo>
                  <a:lnTo>
                    <a:pt x="5310178" y="458627"/>
                  </a:lnTo>
                  <a:lnTo>
                    <a:pt x="7080238" y="471016"/>
                  </a:lnTo>
                </a:path>
              </a:pathLst>
            </a:custGeom>
            <a:ln w="2168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786506" y="3091014"/>
              <a:ext cx="5310178" cy="180474"/>
            </a:xfrm>
            <a:custGeom>
              <a:avLst/>
              <a:pathLst>
                <a:path w="5310178" h="180474">
                  <a:moveTo>
                    <a:pt x="0" y="0"/>
                  </a:moveTo>
                  <a:lnTo>
                    <a:pt x="1770059" y="180474"/>
                  </a:lnTo>
                  <a:lnTo>
                    <a:pt x="3540119" y="99326"/>
                  </a:lnTo>
                  <a:lnTo>
                    <a:pt x="5310178" y="125127"/>
                  </a:lnTo>
                </a:path>
              </a:pathLst>
            </a:custGeom>
            <a:ln w="2168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883692" y="123072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016447" y="1230726"/>
              <a:ext cx="0" cy="244676"/>
            </a:xfrm>
            <a:custGeom>
              <a:avLst/>
              <a:pathLst>
                <a:path w="0" h="244676">
                  <a:moveTo>
                    <a:pt x="0" y="0"/>
                  </a:moveTo>
                  <a:lnTo>
                    <a:pt x="0" y="244676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883692" y="147540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883692" y="299634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016447" y="2996344"/>
              <a:ext cx="0" cy="97437"/>
            </a:xfrm>
            <a:custGeom>
              <a:avLst/>
              <a:pathLst>
                <a:path w="0" h="97437">
                  <a:moveTo>
                    <a:pt x="0" y="0"/>
                  </a:moveTo>
                  <a:lnTo>
                    <a:pt x="0" y="97437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83692" y="309378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83692" y="225313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16447" y="2253136"/>
              <a:ext cx="0" cy="60487"/>
            </a:xfrm>
            <a:custGeom>
              <a:avLst/>
              <a:pathLst>
                <a:path w="0" h="60487">
                  <a:moveTo>
                    <a:pt x="0" y="0"/>
                  </a:moveTo>
                  <a:lnTo>
                    <a:pt x="0" y="60487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883692" y="231362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83692" y="270824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016447" y="2708243"/>
              <a:ext cx="0" cy="212032"/>
            </a:xfrm>
            <a:custGeom>
              <a:avLst/>
              <a:pathLst>
                <a:path w="0" h="212032">
                  <a:moveTo>
                    <a:pt x="0" y="0"/>
                  </a:moveTo>
                  <a:lnTo>
                    <a:pt x="0" y="212032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883692" y="292027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653752" y="228454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786506" y="2284544"/>
              <a:ext cx="0" cy="87063"/>
            </a:xfrm>
            <a:custGeom>
              <a:avLst/>
              <a:pathLst>
                <a:path w="0" h="87063">
                  <a:moveTo>
                    <a:pt x="0" y="0"/>
                  </a:moveTo>
                  <a:lnTo>
                    <a:pt x="0" y="87063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653752" y="237160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653752" y="307808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786506" y="3078085"/>
              <a:ext cx="0" cy="58062"/>
            </a:xfrm>
            <a:custGeom>
              <a:avLst/>
              <a:pathLst>
                <a:path w="0" h="58062">
                  <a:moveTo>
                    <a:pt x="0" y="0"/>
                  </a:moveTo>
                  <a:lnTo>
                    <a:pt x="0" y="58062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653752" y="313614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653752" y="258009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786506" y="2580095"/>
              <a:ext cx="0" cy="184900"/>
            </a:xfrm>
            <a:custGeom>
              <a:avLst/>
              <a:pathLst>
                <a:path w="0" h="184900">
                  <a:moveTo>
                    <a:pt x="0" y="0"/>
                  </a:moveTo>
                  <a:lnTo>
                    <a:pt x="0" y="18490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653752" y="276499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653752" y="315551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786506" y="3155514"/>
              <a:ext cx="0" cy="2532"/>
            </a:xfrm>
            <a:custGeom>
              <a:avLst/>
              <a:pathLst>
                <a:path w="0" h="2532">
                  <a:moveTo>
                    <a:pt x="0" y="0"/>
                  </a:moveTo>
                  <a:lnTo>
                    <a:pt x="0" y="2532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653752" y="315804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653752" y="306541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86506" y="3065410"/>
              <a:ext cx="0" cy="51208"/>
            </a:xfrm>
            <a:custGeom>
              <a:avLst/>
              <a:pathLst>
                <a:path w="0" h="51208">
                  <a:moveTo>
                    <a:pt x="0" y="0"/>
                  </a:moveTo>
                  <a:lnTo>
                    <a:pt x="0" y="5120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653752" y="311661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423812" y="292779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56566" y="2927797"/>
              <a:ext cx="0" cy="68955"/>
            </a:xfrm>
            <a:custGeom>
              <a:avLst/>
              <a:pathLst>
                <a:path w="0" h="68955">
                  <a:moveTo>
                    <a:pt x="0" y="0"/>
                  </a:moveTo>
                  <a:lnTo>
                    <a:pt x="0" y="68955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423812" y="299675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423812" y="329780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56566" y="3297807"/>
              <a:ext cx="0" cy="2263"/>
            </a:xfrm>
            <a:custGeom>
              <a:avLst/>
              <a:pathLst>
                <a:path w="0" h="2263">
                  <a:moveTo>
                    <a:pt x="0" y="0"/>
                  </a:moveTo>
                  <a:lnTo>
                    <a:pt x="0" y="2263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423812" y="330007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423812" y="327037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56566" y="3270376"/>
              <a:ext cx="0" cy="2226"/>
            </a:xfrm>
            <a:custGeom>
              <a:avLst/>
              <a:pathLst>
                <a:path w="0" h="2226">
                  <a:moveTo>
                    <a:pt x="0" y="0"/>
                  </a:moveTo>
                  <a:lnTo>
                    <a:pt x="0" y="2226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423812" y="327260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7193871" y="292112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26626" y="2921129"/>
              <a:ext cx="0" cy="61355"/>
            </a:xfrm>
            <a:custGeom>
              <a:avLst/>
              <a:pathLst>
                <a:path w="0" h="61355">
                  <a:moveTo>
                    <a:pt x="0" y="0"/>
                  </a:moveTo>
                  <a:lnTo>
                    <a:pt x="0" y="61355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193871" y="298248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193871" y="327033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326626" y="3270335"/>
              <a:ext cx="0" cy="5104"/>
            </a:xfrm>
            <a:custGeom>
              <a:avLst/>
              <a:pathLst>
                <a:path w="0" h="5104">
                  <a:moveTo>
                    <a:pt x="0" y="0"/>
                  </a:moveTo>
                  <a:lnTo>
                    <a:pt x="0" y="5104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193871" y="327543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193871" y="317472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326626" y="3174727"/>
              <a:ext cx="0" cy="31228"/>
            </a:xfrm>
            <a:custGeom>
              <a:avLst/>
              <a:pathLst>
                <a:path w="0" h="31228">
                  <a:moveTo>
                    <a:pt x="0" y="0"/>
                  </a:moveTo>
                  <a:lnTo>
                    <a:pt x="0" y="3122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193871" y="320595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963931" y="291274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9096685" y="2912747"/>
              <a:ext cx="0" cy="58483"/>
            </a:xfrm>
            <a:custGeom>
              <a:avLst/>
              <a:pathLst>
                <a:path w="0" h="58483">
                  <a:moveTo>
                    <a:pt x="0" y="0"/>
                  </a:moveTo>
                  <a:lnTo>
                    <a:pt x="0" y="58483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963931" y="297123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963931" y="328479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9096685" y="3284796"/>
              <a:ext cx="0" cy="960"/>
            </a:xfrm>
            <a:custGeom>
              <a:avLst/>
              <a:pathLst>
                <a:path w="0" h="960">
                  <a:moveTo>
                    <a:pt x="0" y="0"/>
                  </a:moveTo>
                  <a:lnTo>
                    <a:pt x="0" y="96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963931" y="328575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963931" y="320391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9096685" y="3203917"/>
              <a:ext cx="0" cy="24450"/>
            </a:xfrm>
            <a:custGeom>
              <a:avLst/>
              <a:pathLst>
                <a:path w="0" h="24450">
                  <a:moveTo>
                    <a:pt x="0" y="0"/>
                  </a:moveTo>
                  <a:lnTo>
                    <a:pt x="0" y="2445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963931" y="322836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954411" y="1122015"/>
              <a:ext cx="9204309" cy="2281771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954411" y="3739870"/>
              <a:ext cx="9204309" cy="22817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954411" y="5569747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54411" y="4864759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54411" y="4159771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954411" y="5922241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54411" y="5217253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954411" y="4512265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954411" y="3807277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016447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786506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556566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326626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096685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977252" y="3888758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977252" y="5721980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977252" y="4742409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977252" y="4915789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747312" y="5367348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747312" y="5760750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47312" y="4705968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747312" y="5701545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747312" y="5499935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517371" y="553103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517371" y="5867240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517371" y="5863158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7287431" y="557024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7287431" y="5851801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7287431" y="5783622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9057490" y="5634244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9057490" y="5859702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9057490" y="5844607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016447" y="3927952"/>
              <a:ext cx="1770059" cy="1478589"/>
            </a:xfrm>
            <a:custGeom>
              <a:avLst/>
              <a:pathLst>
                <a:path w="1770059" h="1478589">
                  <a:moveTo>
                    <a:pt x="0" y="0"/>
                  </a:moveTo>
                  <a:lnTo>
                    <a:pt x="1770059" y="1478589"/>
                  </a:lnTo>
                </a:path>
              </a:pathLst>
            </a:custGeom>
            <a:ln w="21681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016447" y="5761175"/>
              <a:ext cx="1770059" cy="38769"/>
            </a:xfrm>
            <a:custGeom>
              <a:avLst/>
              <a:pathLst>
                <a:path w="1770059" h="38769">
                  <a:moveTo>
                    <a:pt x="0" y="0"/>
                  </a:moveTo>
                  <a:lnTo>
                    <a:pt x="1770059" y="38769"/>
                  </a:lnTo>
                </a:path>
              </a:pathLst>
            </a:custGeom>
            <a:ln w="21681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016447" y="4745163"/>
              <a:ext cx="7080238" cy="928275"/>
            </a:xfrm>
            <a:custGeom>
              <a:avLst/>
              <a:pathLst>
                <a:path w="7080238" h="928275">
                  <a:moveTo>
                    <a:pt x="0" y="36440"/>
                  </a:moveTo>
                  <a:lnTo>
                    <a:pt x="1770059" y="0"/>
                  </a:lnTo>
                  <a:lnTo>
                    <a:pt x="3540119" y="825062"/>
                  </a:lnTo>
                  <a:lnTo>
                    <a:pt x="5310178" y="864271"/>
                  </a:lnTo>
                  <a:lnTo>
                    <a:pt x="7080238" y="928275"/>
                  </a:lnTo>
                </a:path>
              </a:pathLst>
            </a:custGeom>
            <a:ln w="21681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016447" y="4954983"/>
              <a:ext cx="7080238" cy="951451"/>
            </a:xfrm>
            <a:custGeom>
              <a:avLst/>
              <a:pathLst>
                <a:path w="7080238" h="951451">
                  <a:moveTo>
                    <a:pt x="0" y="0"/>
                  </a:moveTo>
                  <a:lnTo>
                    <a:pt x="1770059" y="785756"/>
                  </a:lnTo>
                  <a:lnTo>
                    <a:pt x="3540119" y="951451"/>
                  </a:lnTo>
                  <a:lnTo>
                    <a:pt x="5310178" y="936012"/>
                  </a:lnTo>
                  <a:lnTo>
                    <a:pt x="7080238" y="943913"/>
                  </a:lnTo>
                </a:path>
              </a:pathLst>
            </a:custGeom>
            <a:ln w="2168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786506" y="5539129"/>
              <a:ext cx="5310178" cy="363223"/>
            </a:xfrm>
            <a:custGeom>
              <a:avLst/>
              <a:pathLst>
                <a:path w="5310178" h="363223">
                  <a:moveTo>
                    <a:pt x="0" y="0"/>
                  </a:moveTo>
                  <a:lnTo>
                    <a:pt x="1770059" y="363223"/>
                  </a:lnTo>
                  <a:lnTo>
                    <a:pt x="3540119" y="283687"/>
                  </a:lnTo>
                  <a:lnTo>
                    <a:pt x="5310178" y="344672"/>
                  </a:lnTo>
                </a:path>
              </a:pathLst>
            </a:custGeom>
            <a:ln w="2168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883692" y="384358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016447" y="3843587"/>
              <a:ext cx="0" cy="168729"/>
            </a:xfrm>
            <a:custGeom>
              <a:avLst/>
              <a:pathLst>
                <a:path w="0" h="168729">
                  <a:moveTo>
                    <a:pt x="0" y="0"/>
                  </a:moveTo>
                  <a:lnTo>
                    <a:pt x="0" y="168729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883692" y="401231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1883692" y="574939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016447" y="5749394"/>
              <a:ext cx="0" cy="23560"/>
            </a:xfrm>
            <a:custGeom>
              <a:avLst/>
              <a:pathLst>
                <a:path w="0" h="23560">
                  <a:moveTo>
                    <a:pt x="0" y="0"/>
                  </a:moveTo>
                  <a:lnTo>
                    <a:pt x="0" y="2356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883692" y="577295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883692" y="476135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016447" y="4761359"/>
              <a:ext cx="0" cy="40489"/>
            </a:xfrm>
            <a:custGeom>
              <a:avLst/>
              <a:pathLst>
                <a:path w="0" h="40489">
                  <a:moveTo>
                    <a:pt x="0" y="0"/>
                  </a:moveTo>
                  <a:lnTo>
                    <a:pt x="0" y="40489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883692" y="480184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883692" y="489502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016447" y="4895026"/>
              <a:ext cx="0" cy="119915"/>
            </a:xfrm>
            <a:custGeom>
              <a:avLst/>
              <a:pathLst>
                <a:path w="0" h="119915">
                  <a:moveTo>
                    <a:pt x="0" y="0"/>
                  </a:moveTo>
                  <a:lnTo>
                    <a:pt x="0" y="119915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883692" y="501494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653752" y="534220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786506" y="5342202"/>
              <a:ext cx="0" cy="128681"/>
            </a:xfrm>
            <a:custGeom>
              <a:avLst/>
              <a:pathLst>
                <a:path w="0" h="128681">
                  <a:moveTo>
                    <a:pt x="0" y="0"/>
                  </a:moveTo>
                  <a:lnTo>
                    <a:pt x="0" y="128681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653752" y="547088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53752" y="579193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786506" y="5791938"/>
              <a:ext cx="0" cy="16011"/>
            </a:xfrm>
            <a:custGeom>
              <a:avLst/>
              <a:pathLst>
                <a:path w="0" h="16011">
                  <a:moveTo>
                    <a:pt x="0" y="0"/>
                  </a:moveTo>
                  <a:lnTo>
                    <a:pt x="0" y="16011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653752" y="580795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653752" y="461367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786506" y="4613674"/>
              <a:ext cx="0" cy="262979"/>
            </a:xfrm>
            <a:custGeom>
              <a:avLst/>
              <a:pathLst>
                <a:path w="0" h="262979">
                  <a:moveTo>
                    <a:pt x="0" y="0"/>
                  </a:moveTo>
                  <a:lnTo>
                    <a:pt x="0" y="262979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653752" y="487665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3752" y="572573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786506" y="5725730"/>
              <a:ext cx="0" cy="30019"/>
            </a:xfrm>
            <a:custGeom>
              <a:avLst/>
              <a:pathLst>
                <a:path w="0" h="30019">
                  <a:moveTo>
                    <a:pt x="0" y="0"/>
                  </a:moveTo>
                  <a:lnTo>
                    <a:pt x="0" y="30019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653752" y="575574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653752" y="550809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786506" y="5508090"/>
              <a:ext cx="0" cy="62078"/>
            </a:xfrm>
            <a:custGeom>
              <a:avLst/>
              <a:pathLst>
                <a:path w="0" h="62078">
                  <a:moveTo>
                    <a:pt x="0" y="0"/>
                  </a:moveTo>
                  <a:lnTo>
                    <a:pt x="0" y="6207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653752" y="557016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423812" y="553136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556566" y="5531369"/>
              <a:ext cx="0" cy="77711"/>
            </a:xfrm>
            <a:custGeom>
              <a:avLst/>
              <a:pathLst>
                <a:path w="0" h="77711">
                  <a:moveTo>
                    <a:pt x="0" y="0"/>
                  </a:moveTo>
                  <a:lnTo>
                    <a:pt x="0" y="77711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423812" y="560908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423812" y="590563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556566" y="5905638"/>
              <a:ext cx="0" cy="1593"/>
            </a:xfrm>
            <a:custGeom>
              <a:avLst/>
              <a:pathLst>
                <a:path w="0" h="1593">
                  <a:moveTo>
                    <a:pt x="0" y="0"/>
                  </a:moveTo>
                  <a:lnTo>
                    <a:pt x="0" y="1593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423812" y="590723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423812" y="589860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556566" y="5898604"/>
              <a:ext cx="0" cy="7496"/>
            </a:xfrm>
            <a:custGeom>
              <a:avLst/>
              <a:pathLst>
                <a:path w="0" h="7496">
                  <a:moveTo>
                    <a:pt x="0" y="0"/>
                  </a:moveTo>
                  <a:lnTo>
                    <a:pt x="0" y="7496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423812" y="590610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193871" y="557715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326626" y="5577157"/>
              <a:ext cx="0" cy="64555"/>
            </a:xfrm>
            <a:custGeom>
              <a:avLst/>
              <a:pathLst>
                <a:path w="0" h="64555">
                  <a:moveTo>
                    <a:pt x="0" y="0"/>
                  </a:moveTo>
                  <a:lnTo>
                    <a:pt x="0" y="64555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193871" y="564171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193871" y="589036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326626" y="5890361"/>
              <a:ext cx="0" cy="1270"/>
            </a:xfrm>
            <a:custGeom>
              <a:avLst/>
              <a:pathLst>
                <a:path w="0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193871" y="589163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193871" y="580600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326626" y="5806007"/>
              <a:ext cx="0" cy="33618"/>
            </a:xfrm>
            <a:custGeom>
              <a:avLst/>
              <a:pathLst>
                <a:path w="0" h="33618">
                  <a:moveTo>
                    <a:pt x="0" y="0"/>
                  </a:moveTo>
                  <a:lnTo>
                    <a:pt x="0" y="3361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193871" y="583962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963931" y="565195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9096685" y="5651954"/>
              <a:ext cx="0" cy="42969"/>
            </a:xfrm>
            <a:custGeom>
              <a:avLst/>
              <a:pathLst>
                <a:path w="0" h="42969">
                  <a:moveTo>
                    <a:pt x="0" y="0"/>
                  </a:moveTo>
                  <a:lnTo>
                    <a:pt x="0" y="42969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963931" y="569492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963931" y="589761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096685" y="5897616"/>
              <a:ext cx="0" cy="2560"/>
            </a:xfrm>
            <a:custGeom>
              <a:avLst/>
              <a:pathLst>
                <a:path w="0" h="2560">
                  <a:moveTo>
                    <a:pt x="0" y="0"/>
                  </a:moveTo>
                  <a:lnTo>
                    <a:pt x="0" y="256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963931" y="590017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963931" y="588135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096685" y="5881354"/>
              <a:ext cx="0" cy="4895"/>
            </a:xfrm>
            <a:custGeom>
              <a:avLst/>
              <a:pathLst>
                <a:path w="0" h="4895">
                  <a:moveTo>
                    <a:pt x="0" y="0"/>
                  </a:moveTo>
                  <a:lnTo>
                    <a:pt x="0" y="4895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963931" y="588625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954411" y="3739870"/>
              <a:ext cx="9204309" cy="2281771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954411" y="3486029"/>
              <a:ext cx="9204309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5358507" y="3565721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89" name="rc189"/>
            <p:cNvSpPr/>
            <p:nvPr/>
          </p:nvSpPr>
          <p:spPr>
            <a:xfrm>
              <a:off x="954411" y="868173"/>
              <a:ext cx="9204309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5354804" y="947866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91" name="pl191"/>
            <p:cNvSpPr/>
            <p:nvPr/>
          </p:nvSpPr>
          <p:spPr>
            <a:xfrm>
              <a:off x="2016447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3786506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5556566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326626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9096685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tx196"/>
            <p:cNvSpPr/>
            <p:nvPr/>
          </p:nvSpPr>
          <p:spPr>
            <a:xfrm>
              <a:off x="1928482" y="6095660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3705811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5475870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245930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9015989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06967" y="3257157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06967" y="2552169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733541" y="1847181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733541" y="1142193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5" name="pl205"/>
            <p:cNvSpPr/>
            <p:nvPr/>
          </p:nvSpPr>
          <p:spPr>
            <a:xfrm>
              <a:off x="913290" y="330438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913290" y="259939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913290" y="189441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913290" y="118942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806967" y="5875012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06967" y="5170024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733541" y="4465036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733541" y="3760048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913290" y="592224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913290" y="521725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913290" y="451226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913290" y="380727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5065579" y="6259036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218" name="tx218"/>
            <p:cNvSpPr/>
            <p:nvPr/>
          </p:nvSpPr>
          <p:spPr>
            <a:xfrm rot="-5400000">
              <a:off x="-671955" y="3512713"/>
              <a:ext cx="2541026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(mg/g, Mean ± SE)</a:t>
              </a:r>
            </a:p>
          </p:txBody>
        </p:sp>
        <p:sp>
          <p:nvSpPr>
            <p:cNvPr id="219" name="rc219"/>
            <p:cNvSpPr/>
            <p:nvPr/>
          </p:nvSpPr>
          <p:spPr>
            <a:xfrm>
              <a:off x="3298324" y="6576498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3380566" y="6709352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221" name="rc221"/>
            <p:cNvSpPr/>
            <p:nvPr/>
          </p:nvSpPr>
          <p:spPr>
            <a:xfrm>
              <a:off x="3921654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992187" y="6729273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94359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394359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4760324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830857" y="6729273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78226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78226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5819273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889806" y="6729273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84121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84121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6460159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530692" y="6729273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48210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48210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7122898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7193432" y="6729273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714484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714484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4223351" y="6721239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5062021" y="6721239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120971" y="6721239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761856" y="6721239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7424596" y="6721239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954411" y="602412"/>
              <a:ext cx="3765864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trend across growth stages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03371" y="1843428"/>
              <a:ext cx="7530395" cy="3430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03371" y="4877886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03371" y="4218221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03371" y="3558556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03371" y="2898891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03371" y="2239227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72262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20415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8568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16721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964874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448186" y="4548053"/>
              <a:ext cx="1448152" cy="659664"/>
            </a:xfrm>
            <a:prstGeom prst="rect">
              <a:avLst/>
            </a:prstGeom>
            <a:solidFill>
              <a:srgbClr val="EFF2F8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896339" y="4548053"/>
              <a:ext cx="1448152" cy="659664"/>
            </a:xfrm>
            <a:prstGeom prst="rect">
              <a:avLst/>
            </a:prstGeom>
            <a:solidFill>
              <a:srgbClr val="F8D8D5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44492" y="4548053"/>
              <a:ext cx="1448152" cy="659664"/>
            </a:xfrm>
            <a:prstGeom prst="rect">
              <a:avLst/>
            </a:prstGeom>
            <a:solidFill>
              <a:srgbClr val="D4DBED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92645" y="4548053"/>
              <a:ext cx="1448152" cy="659664"/>
            </a:xfrm>
            <a:prstGeom prst="rect">
              <a:avLst/>
            </a:prstGeom>
            <a:solidFill>
              <a:srgbClr val="4A77B6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448186" y="3888388"/>
              <a:ext cx="1448152" cy="659664"/>
            </a:xfrm>
            <a:prstGeom prst="rect">
              <a:avLst/>
            </a:prstGeom>
            <a:solidFill>
              <a:srgbClr val="C44848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896339" y="3888388"/>
              <a:ext cx="1448152" cy="659664"/>
            </a:xfrm>
            <a:prstGeom prst="rect">
              <a:avLst/>
            </a:prstGeom>
            <a:solidFill>
              <a:srgbClr val="FAE1DF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344492" y="3888388"/>
              <a:ext cx="1448152" cy="659664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792645" y="3888388"/>
              <a:ext cx="1448152" cy="659664"/>
            </a:xfrm>
            <a:prstGeom prst="rect">
              <a:avLst/>
            </a:prstGeom>
            <a:solidFill>
              <a:srgbClr val="F3F5FA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240797" y="3888388"/>
              <a:ext cx="1448152" cy="659664"/>
            </a:xfrm>
            <a:prstGeom prst="rect">
              <a:avLst/>
            </a:prstGeom>
            <a:solidFill>
              <a:srgbClr val="C2CCE5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344492" y="3228724"/>
              <a:ext cx="1448152" cy="659664"/>
            </a:xfrm>
            <a:prstGeom prst="rect">
              <a:avLst/>
            </a:prstGeom>
            <a:solidFill>
              <a:srgbClr val="FBFCFD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92645" y="3228724"/>
              <a:ext cx="1448152" cy="659664"/>
            </a:xfrm>
            <a:prstGeom prst="rect">
              <a:avLst/>
            </a:prstGeom>
            <a:solidFill>
              <a:srgbClr val="FBFCFD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240797" y="3228724"/>
              <a:ext cx="1448152" cy="659664"/>
            </a:xfrm>
            <a:prstGeom prst="rect">
              <a:avLst/>
            </a:prstGeom>
            <a:solidFill>
              <a:srgbClr val="FEFAF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344492" y="2569059"/>
              <a:ext cx="1448152" cy="659664"/>
            </a:xfrm>
            <a:prstGeom prst="rect">
              <a:avLst/>
            </a:prstGeom>
            <a:solidFill>
              <a:srgbClr val="FDEFEE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92645" y="2569059"/>
              <a:ext cx="1448152" cy="6596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7240797" y="2569059"/>
              <a:ext cx="1448152" cy="659664"/>
            </a:xfrm>
            <a:prstGeom prst="rect">
              <a:avLst/>
            </a:prstGeom>
            <a:solidFill>
              <a:srgbClr val="FEF9F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344492" y="1909394"/>
              <a:ext cx="1448152" cy="659664"/>
            </a:xfrm>
            <a:prstGeom prst="rect">
              <a:avLst/>
            </a:prstGeom>
            <a:solidFill>
              <a:srgbClr val="F7D2CE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792645" y="1909394"/>
              <a:ext cx="1448152" cy="659664"/>
            </a:xfrm>
            <a:prstGeom prst="rect">
              <a:avLst/>
            </a:prstGeom>
            <a:solidFill>
              <a:srgbClr val="FDFEFE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240797" y="1909394"/>
              <a:ext cx="1448152" cy="659664"/>
            </a:xfrm>
            <a:prstGeom prst="rect">
              <a:avLst/>
            </a:prstGeom>
            <a:solidFill>
              <a:srgbClr val="FCEBE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2028199" y="483262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-0.30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497383" y="4832623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924504" y="483262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-0.85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372657" y="483262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-3.38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049230" y="4172958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3.27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497383" y="4172958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924504" y="4172958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-3.87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372657" y="4172958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820810" y="4172958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924504" y="351329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-0.07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372657" y="351329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-0.07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841841" y="3513293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945536" y="2853629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393688" y="2853629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841841" y="2853629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945536" y="2193964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0.81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372657" y="2193964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-0.03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41841" y="2193964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1303371" y="1843428"/>
              <a:ext cx="7530395" cy="3430256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053423" y="4830657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067961" y="4170992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067961" y="3511327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067961" y="2851663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67961" y="2191998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262250" y="487788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62250" y="421822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262250" y="355855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262250" y="289889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262250" y="223922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172262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620415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068568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6721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964874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 rot="-1800000">
              <a:off x="1771607" y="5455057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69" name="tx69"/>
            <p:cNvSpPr/>
            <p:nvPr/>
          </p:nvSpPr>
          <p:spPr>
            <a:xfrm rot="-1800000">
              <a:off x="3014237" y="5510127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70" name="tx70"/>
            <p:cNvSpPr/>
            <p:nvPr/>
          </p:nvSpPr>
          <p:spPr>
            <a:xfrm rot="-1800000">
              <a:off x="4852448" y="5405611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71" name="tx71"/>
            <p:cNvSpPr/>
            <p:nvPr/>
          </p:nvSpPr>
          <p:spPr>
            <a:xfrm rot="-1800000">
              <a:off x="6280211" y="5411074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72" name="tx72"/>
            <p:cNvSpPr/>
            <p:nvPr/>
          </p:nvSpPr>
          <p:spPr>
            <a:xfrm rot="-1800000">
              <a:off x="7701148" y="5418367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839145" y="5832204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427451" y="3499440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8998249" y="2720910"/>
              <a:ext cx="840590" cy="16752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9080490" y="2820525"/>
              <a:ext cx="676107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diff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080490" y="2998833"/>
              <a:ext cx="476951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(mg/g)</a:t>
              </a:r>
            </a:p>
          </p:txBody>
        </p:sp>
        <p:pic>
          <p:nvPicPr>
            <p:cNvPr id="78" name="pic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0490" y="3216680"/>
              <a:ext cx="219455" cy="1097280"/>
            </a:xfrm>
            <a:prstGeom prst="rect">
              <a:avLst/>
            </a:prstGeom>
          </p:spPr>
        </p:pic>
        <p:sp>
          <p:nvSpPr>
            <p:cNvPr id="79" name="pl79"/>
            <p:cNvSpPr/>
            <p:nvPr/>
          </p:nvSpPr>
          <p:spPr>
            <a:xfrm>
              <a:off x="9256055" y="402591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9256055" y="37193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9256055" y="341271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9080490" y="402591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9080490" y="37193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9080490" y="341271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9382188" y="3978689"/>
              <a:ext cx="11740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382188" y="3672086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9382188" y="3365483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303371" y="1577666"/>
              <a:ext cx="4417374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difference (HY122 − ZD958, mg/g)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520171"/>
            <a:ext cx="9783763" cy="6522509"/>
            <a:chOff x="457200" y="520171"/>
            <a:chExt cx="9783763" cy="6522509"/>
          </a:xfrm>
        </p:grpSpPr>
        <p:sp>
          <p:nvSpPr>
            <p:cNvPr id="3" name="rc3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16094" y="1075558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6094" y="283092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6094" y="22075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6094" y="158412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094" y="314262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16094" y="25192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6094" y="189582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094" y="1272429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65983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9132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32281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15430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98579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49353" y="1204803"/>
              <a:ext cx="0" cy="141249"/>
            </a:xfrm>
            <a:custGeom>
              <a:avLst/>
              <a:pathLst>
                <a:path w="0" h="141249">
                  <a:moveTo>
                    <a:pt x="0" y="14124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49353" y="1523297"/>
              <a:ext cx="0" cy="35995"/>
            </a:xfrm>
            <a:custGeom>
              <a:avLst/>
              <a:pathLst>
                <a:path w="0" h="35995">
                  <a:moveTo>
                    <a:pt x="0" y="0"/>
                  </a:moveTo>
                  <a:lnTo>
                    <a:pt x="0" y="3599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040013" y="1346052"/>
              <a:ext cx="218680" cy="177244"/>
            </a:xfrm>
            <a:custGeom>
              <a:avLst/>
              <a:pathLst>
                <a:path w="218680" h="177244">
                  <a:moveTo>
                    <a:pt x="0" y="0"/>
                  </a:moveTo>
                  <a:lnTo>
                    <a:pt x="0" y="177244"/>
                  </a:lnTo>
                  <a:lnTo>
                    <a:pt x="218680" y="17724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40013" y="148730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82613" y="1240236"/>
              <a:ext cx="0" cy="80586"/>
            </a:xfrm>
            <a:custGeom>
              <a:avLst/>
              <a:pathLst>
                <a:path w="0" h="80586">
                  <a:moveTo>
                    <a:pt x="0" y="8058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82613" y="1448589"/>
              <a:ext cx="0" cy="47178"/>
            </a:xfrm>
            <a:custGeom>
              <a:avLst/>
              <a:pathLst>
                <a:path w="0" h="47178">
                  <a:moveTo>
                    <a:pt x="0" y="0"/>
                  </a:moveTo>
                  <a:lnTo>
                    <a:pt x="0" y="471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73272" y="1320823"/>
              <a:ext cx="218680" cy="127765"/>
            </a:xfrm>
            <a:custGeom>
              <a:avLst/>
              <a:pathLst>
                <a:path w="218680" h="127765">
                  <a:moveTo>
                    <a:pt x="0" y="0"/>
                  </a:moveTo>
                  <a:lnTo>
                    <a:pt x="0" y="127765"/>
                  </a:lnTo>
                  <a:lnTo>
                    <a:pt x="218680" y="12776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73272" y="140141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32502" y="2832396"/>
              <a:ext cx="0" cy="47870"/>
            </a:xfrm>
            <a:custGeom>
              <a:avLst/>
              <a:pathLst>
                <a:path w="0" h="47870">
                  <a:moveTo>
                    <a:pt x="0" y="4787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732502" y="2953772"/>
              <a:ext cx="0" cy="25634"/>
            </a:xfrm>
            <a:custGeom>
              <a:avLst/>
              <a:pathLst>
                <a:path w="0" h="25634">
                  <a:moveTo>
                    <a:pt x="0" y="0"/>
                  </a:moveTo>
                  <a:lnTo>
                    <a:pt x="0" y="256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623162" y="2880267"/>
              <a:ext cx="218680" cy="73504"/>
            </a:xfrm>
            <a:custGeom>
              <a:avLst/>
              <a:pathLst>
                <a:path w="218680" h="73504">
                  <a:moveTo>
                    <a:pt x="0" y="0"/>
                  </a:moveTo>
                  <a:lnTo>
                    <a:pt x="0" y="73504"/>
                  </a:lnTo>
                  <a:lnTo>
                    <a:pt x="218680" y="7350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23162" y="292813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65762" y="2981076"/>
              <a:ext cx="0" cy="10759"/>
            </a:xfrm>
            <a:custGeom>
              <a:avLst/>
              <a:pathLst>
                <a:path w="0" h="10759">
                  <a:moveTo>
                    <a:pt x="0" y="1075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65762" y="3009759"/>
              <a:ext cx="0" cy="7162"/>
            </a:xfrm>
            <a:custGeom>
              <a:avLst/>
              <a:pathLst>
                <a:path w="0" h="7162">
                  <a:moveTo>
                    <a:pt x="0" y="0"/>
                  </a:moveTo>
                  <a:lnTo>
                    <a:pt x="0" y="716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856421" y="2991836"/>
              <a:ext cx="218680" cy="17922"/>
            </a:xfrm>
            <a:custGeom>
              <a:avLst/>
              <a:pathLst>
                <a:path w="218680" h="17922">
                  <a:moveTo>
                    <a:pt x="0" y="0"/>
                  </a:moveTo>
                  <a:lnTo>
                    <a:pt x="0" y="17922"/>
                  </a:lnTo>
                  <a:lnTo>
                    <a:pt x="218680" y="1792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56421" y="300259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15651" y="2188899"/>
              <a:ext cx="0" cy="31020"/>
            </a:xfrm>
            <a:custGeom>
              <a:avLst/>
              <a:pathLst>
                <a:path w="0" h="31020">
                  <a:moveTo>
                    <a:pt x="0" y="3102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15651" y="2265222"/>
              <a:ext cx="0" cy="14282"/>
            </a:xfrm>
            <a:custGeom>
              <a:avLst/>
              <a:pathLst>
                <a:path w="0" h="14282">
                  <a:moveTo>
                    <a:pt x="0" y="0"/>
                  </a:moveTo>
                  <a:lnTo>
                    <a:pt x="0" y="1428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206311" y="2219919"/>
              <a:ext cx="218680" cy="45302"/>
            </a:xfrm>
            <a:custGeom>
              <a:avLst/>
              <a:pathLst>
                <a:path w="218680" h="45302">
                  <a:moveTo>
                    <a:pt x="0" y="0"/>
                  </a:moveTo>
                  <a:lnTo>
                    <a:pt x="0" y="45302"/>
                  </a:lnTo>
                  <a:lnTo>
                    <a:pt x="218680" y="4530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206311" y="225094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8911" y="2106910"/>
              <a:ext cx="0" cy="10173"/>
            </a:xfrm>
            <a:custGeom>
              <a:avLst/>
              <a:pathLst>
                <a:path w="0" h="10173">
                  <a:moveTo>
                    <a:pt x="0" y="1017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8911" y="2147537"/>
              <a:ext cx="0" cy="20279"/>
            </a:xfrm>
            <a:custGeom>
              <a:avLst/>
              <a:pathLst>
                <a:path w="0" h="20279">
                  <a:moveTo>
                    <a:pt x="0" y="0"/>
                  </a:moveTo>
                  <a:lnTo>
                    <a:pt x="0" y="2027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439570" y="2117084"/>
              <a:ext cx="218680" cy="30453"/>
            </a:xfrm>
            <a:custGeom>
              <a:avLst/>
              <a:pathLst>
                <a:path w="218680" h="30453">
                  <a:moveTo>
                    <a:pt x="0" y="0"/>
                  </a:moveTo>
                  <a:lnTo>
                    <a:pt x="0" y="30453"/>
                  </a:lnTo>
                  <a:lnTo>
                    <a:pt x="218680" y="3045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439570" y="212725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98800" y="2541643"/>
              <a:ext cx="0" cy="89270"/>
            </a:xfrm>
            <a:custGeom>
              <a:avLst/>
              <a:pathLst>
                <a:path w="0" h="89270">
                  <a:moveTo>
                    <a:pt x="0" y="8927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898800" y="2793010"/>
              <a:ext cx="0" cy="72825"/>
            </a:xfrm>
            <a:custGeom>
              <a:avLst/>
              <a:pathLst>
                <a:path w="0" h="72825">
                  <a:moveTo>
                    <a:pt x="0" y="0"/>
                  </a:moveTo>
                  <a:lnTo>
                    <a:pt x="0" y="7282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789460" y="2630914"/>
              <a:ext cx="218680" cy="162096"/>
            </a:xfrm>
            <a:custGeom>
              <a:avLst/>
              <a:pathLst>
                <a:path w="218680" h="162096">
                  <a:moveTo>
                    <a:pt x="0" y="0"/>
                  </a:moveTo>
                  <a:lnTo>
                    <a:pt x="0" y="162096"/>
                  </a:lnTo>
                  <a:lnTo>
                    <a:pt x="218680" y="16209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89460" y="2720184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32060" y="2186306"/>
              <a:ext cx="0" cy="61772"/>
            </a:xfrm>
            <a:custGeom>
              <a:avLst/>
              <a:pathLst>
                <a:path w="0" h="61772">
                  <a:moveTo>
                    <a:pt x="0" y="617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132060" y="2337810"/>
              <a:ext cx="0" cy="27959"/>
            </a:xfrm>
            <a:custGeom>
              <a:avLst/>
              <a:pathLst>
                <a:path w="0" h="27959">
                  <a:moveTo>
                    <a:pt x="0" y="0"/>
                  </a:moveTo>
                  <a:lnTo>
                    <a:pt x="0" y="2795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022719" y="2248078"/>
              <a:ext cx="218680" cy="89731"/>
            </a:xfrm>
            <a:custGeom>
              <a:avLst/>
              <a:pathLst>
                <a:path w="218680" h="89731">
                  <a:moveTo>
                    <a:pt x="0" y="0"/>
                  </a:moveTo>
                  <a:lnTo>
                    <a:pt x="0" y="89731"/>
                  </a:lnTo>
                  <a:lnTo>
                    <a:pt x="218680" y="8973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22719" y="2309851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916094" y="1075558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916094" y="3547537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16094" y="530290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16094" y="46795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16094" y="405610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916094" y="5614603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16094" y="49912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916094" y="436780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16094" y="374440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65983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849132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432281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15430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598579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288977" y="4849801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288977" y="482002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288977" y="479385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288977" y="4750792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315651" y="4884641"/>
              <a:ext cx="0" cy="332679"/>
            </a:xfrm>
            <a:custGeom>
              <a:avLst/>
              <a:pathLst>
                <a:path w="0" h="332679">
                  <a:moveTo>
                    <a:pt x="0" y="33267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315651" y="5443330"/>
              <a:ext cx="0" cy="120652"/>
            </a:xfrm>
            <a:custGeom>
              <a:avLst/>
              <a:pathLst>
                <a:path w="0" h="120652">
                  <a:moveTo>
                    <a:pt x="0" y="0"/>
                  </a:moveTo>
                  <a:lnTo>
                    <a:pt x="0" y="12065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206311" y="5217321"/>
              <a:ext cx="218680" cy="226009"/>
            </a:xfrm>
            <a:custGeom>
              <a:avLst/>
              <a:pathLst>
                <a:path w="218680" h="226009">
                  <a:moveTo>
                    <a:pt x="0" y="0"/>
                  </a:moveTo>
                  <a:lnTo>
                    <a:pt x="0" y="226009"/>
                  </a:lnTo>
                  <a:lnTo>
                    <a:pt x="218680" y="226009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206311" y="5367064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522237" y="486826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522237" y="480183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48911" y="4987140"/>
              <a:ext cx="0" cy="276056"/>
            </a:xfrm>
            <a:custGeom>
              <a:avLst/>
              <a:pathLst>
                <a:path w="0" h="276056">
                  <a:moveTo>
                    <a:pt x="0" y="27605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48911" y="5475710"/>
              <a:ext cx="0" cy="82463"/>
            </a:xfrm>
            <a:custGeom>
              <a:avLst/>
              <a:pathLst>
                <a:path w="0" h="82463">
                  <a:moveTo>
                    <a:pt x="0" y="0"/>
                  </a:moveTo>
                  <a:lnTo>
                    <a:pt x="0" y="8246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439570" y="5263196"/>
              <a:ext cx="218680" cy="212513"/>
            </a:xfrm>
            <a:custGeom>
              <a:avLst/>
              <a:pathLst>
                <a:path w="218680" h="212513">
                  <a:moveTo>
                    <a:pt x="0" y="0"/>
                  </a:moveTo>
                  <a:lnTo>
                    <a:pt x="0" y="212513"/>
                  </a:lnTo>
                  <a:lnTo>
                    <a:pt x="218680" y="21251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439570" y="535227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8800" y="5582236"/>
              <a:ext cx="0" cy="3366"/>
            </a:xfrm>
            <a:custGeom>
              <a:avLst/>
              <a:pathLst>
                <a:path w="0" h="3366">
                  <a:moveTo>
                    <a:pt x="0" y="336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8800" y="5589006"/>
              <a:ext cx="0" cy="37"/>
            </a:xfrm>
            <a:custGeom>
              <a:avLst/>
              <a:pathLst>
                <a:path w="0" h="37">
                  <a:moveTo>
                    <a:pt x="0" y="0"/>
                  </a:moveTo>
                  <a:lnTo>
                    <a:pt x="0" y="3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789460" y="5585602"/>
              <a:ext cx="218680" cy="3403"/>
            </a:xfrm>
            <a:custGeom>
              <a:avLst/>
              <a:pathLst>
                <a:path w="218680" h="3403">
                  <a:moveTo>
                    <a:pt x="0" y="0"/>
                  </a:moveTo>
                  <a:lnTo>
                    <a:pt x="0" y="3403"/>
                  </a:lnTo>
                  <a:lnTo>
                    <a:pt x="218680" y="340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89460" y="558896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32060" y="5585852"/>
              <a:ext cx="0" cy="816"/>
            </a:xfrm>
            <a:custGeom>
              <a:avLst/>
              <a:pathLst>
                <a:path w="0" h="816">
                  <a:moveTo>
                    <a:pt x="0" y="81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32060" y="5587535"/>
              <a:ext cx="0" cy="49"/>
            </a:xfrm>
            <a:custGeom>
              <a:avLst/>
              <a:pathLst>
                <a:path w="0" h="49">
                  <a:moveTo>
                    <a:pt x="0" y="0"/>
                  </a:moveTo>
                  <a:lnTo>
                    <a:pt x="0" y="4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022719" y="5586668"/>
              <a:ext cx="218680" cy="866"/>
            </a:xfrm>
            <a:custGeom>
              <a:avLst/>
              <a:pathLst>
                <a:path w="218680" h="866">
                  <a:moveTo>
                    <a:pt x="0" y="0"/>
                  </a:moveTo>
                  <a:lnTo>
                    <a:pt x="0" y="866"/>
                  </a:lnTo>
                  <a:lnTo>
                    <a:pt x="218680" y="86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22719" y="558748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481949" y="5412809"/>
              <a:ext cx="0" cy="80917"/>
            </a:xfrm>
            <a:custGeom>
              <a:avLst/>
              <a:pathLst>
                <a:path w="0" h="80917">
                  <a:moveTo>
                    <a:pt x="0" y="8091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481949" y="5555767"/>
              <a:ext cx="0" cy="23614"/>
            </a:xfrm>
            <a:custGeom>
              <a:avLst/>
              <a:pathLst>
                <a:path w="0" h="23614">
                  <a:moveTo>
                    <a:pt x="0" y="0"/>
                  </a:moveTo>
                  <a:lnTo>
                    <a:pt x="0" y="2361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372608" y="5493726"/>
              <a:ext cx="218680" cy="62040"/>
            </a:xfrm>
            <a:custGeom>
              <a:avLst/>
              <a:pathLst>
                <a:path w="218680" h="62040">
                  <a:moveTo>
                    <a:pt x="0" y="0"/>
                  </a:moveTo>
                  <a:lnTo>
                    <a:pt x="0" y="62040"/>
                  </a:lnTo>
                  <a:lnTo>
                    <a:pt x="218680" y="62040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2608" y="550786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715208" y="5440899"/>
              <a:ext cx="0" cy="40947"/>
            </a:xfrm>
            <a:custGeom>
              <a:avLst/>
              <a:pathLst>
                <a:path w="0" h="40947">
                  <a:moveTo>
                    <a:pt x="0" y="4094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715208" y="5577455"/>
              <a:ext cx="0" cy="2163"/>
            </a:xfrm>
            <a:custGeom>
              <a:avLst/>
              <a:pathLst>
                <a:path w="0" h="2163">
                  <a:moveTo>
                    <a:pt x="0" y="0"/>
                  </a:moveTo>
                  <a:lnTo>
                    <a:pt x="0" y="216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605868" y="5481847"/>
              <a:ext cx="218680" cy="95607"/>
            </a:xfrm>
            <a:custGeom>
              <a:avLst/>
              <a:pathLst>
                <a:path w="218680" h="95607">
                  <a:moveTo>
                    <a:pt x="0" y="0"/>
                  </a:moveTo>
                  <a:lnTo>
                    <a:pt x="0" y="95607"/>
                  </a:lnTo>
                  <a:lnTo>
                    <a:pt x="218680" y="95607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605868" y="553023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916094" y="3547537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024383" y="1075558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024383" y="283092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024383" y="22075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024383" y="158412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024383" y="314262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024383" y="25192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024383" y="189582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024383" y="1272429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374273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957422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540570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123719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06868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257643" y="2206267"/>
              <a:ext cx="0" cy="44236"/>
            </a:xfrm>
            <a:custGeom>
              <a:avLst/>
              <a:pathLst>
                <a:path w="0" h="44236">
                  <a:moveTo>
                    <a:pt x="0" y="4423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257643" y="2315823"/>
              <a:ext cx="0" cy="21083"/>
            </a:xfrm>
            <a:custGeom>
              <a:avLst/>
              <a:pathLst>
                <a:path w="0" h="21083">
                  <a:moveTo>
                    <a:pt x="0" y="0"/>
                  </a:moveTo>
                  <a:lnTo>
                    <a:pt x="0" y="2108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4148302" y="2250503"/>
              <a:ext cx="218680" cy="65319"/>
            </a:xfrm>
            <a:custGeom>
              <a:avLst/>
              <a:pathLst>
                <a:path w="218680" h="65319">
                  <a:moveTo>
                    <a:pt x="0" y="0"/>
                  </a:moveTo>
                  <a:lnTo>
                    <a:pt x="0" y="65319"/>
                  </a:lnTo>
                  <a:lnTo>
                    <a:pt x="218680" y="65319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148302" y="229474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490902" y="2573137"/>
              <a:ext cx="0" cy="81422"/>
            </a:xfrm>
            <a:custGeom>
              <a:avLst/>
              <a:pathLst>
                <a:path w="0" h="81422">
                  <a:moveTo>
                    <a:pt x="0" y="8142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490902" y="2743343"/>
              <a:ext cx="0" cy="7362"/>
            </a:xfrm>
            <a:custGeom>
              <a:avLst/>
              <a:pathLst>
                <a:path w="0" h="7362">
                  <a:moveTo>
                    <a:pt x="0" y="0"/>
                  </a:moveTo>
                  <a:lnTo>
                    <a:pt x="0" y="736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4381562" y="2654559"/>
              <a:ext cx="218680" cy="88784"/>
            </a:xfrm>
            <a:custGeom>
              <a:avLst/>
              <a:pathLst>
                <a:path w="218680" h="88784">
                  <a:moveTo>
                    <a:pt x="0" y="0"/>
                  </a:moveTo>
                  <a:lnTo>
                    <a:pt x="0" y="88784"/>
                  </a:lnTo>
                  <a:lnTo>
                    <a:pt x="218680" y="8878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381562" y="2735981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840792" y="2916841"/>
              <a:ext cx="0" cy="38482"/>
            </a:xfrm>
            <a:custGeom>
              <a:avLst/>
              <a:pathLst>
                <a:path w="0" h="38482">
                  <a:moveTo>
                    <a:pt x="0" y="3848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840792" y="2993856"/>
              <a:ext cx="0" cy="49"/>
            </a:xfrm>
            <a:custGeom>
              <a:avLst/>
              <a:pathLst>
                <a:path w="0" h="49">
                  <a:moveTo>
                    <a:pt x="0" y="0"/>
                  </a:moveTo>
                  <a:lnTo>
                    <a:pt x="0" y="4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731451" y="2955324"/>
              <a:ext cx="218680" cy="38532"/>
            </a:xfrm>
            <a:custGeom>
              <a:avLst/>
              <a:pathLst>
                <a:path w="218680" h="38532">
                  <a:moveTo>
                    <a:pt x="0" y="0"/>
                  </a:moveTo>
                  <a:lnTo>
                    <a:pt x="0" y="38532"/>
                  </a:lnTo>
                  <a:lnTo>
                    <a:pt x="218680" y="3853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731451" y="299380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074051" y="3024004"/>
              <a:ext cx="0" cy="3734"/>
            </a:xfrm>
            <a:custGeom>
              <a:avLst/>
              <a:pathLst>
                <a:path w="0" h="3734">
                  <a:moveTo>
                    <a:pt x="0" y="373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074051" y="3039720"/>
              <a:ext cx="0" cy="8247"/>
            </a:xfrm>
            <a:custGeom>
              <a:avLst/>
              <a:pathLst>
                <a:path w="0" h="8247">
                  <a:moveTo>
                    <a:pt x="0" y="0"/>
                  </a:moveTo>
                  <a:lnTo>
                    <a:pt x="0" y="824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4964711" y="3027738"/>
              <a:ext cx="218680" cy="11981"/>
            </a:xfrm>
            <a:custGeom>
              <a:avLst/>
              <a:pathLst>
                <a:path w="218680" h="11981">
                  <a:moveTo>
                    <a:pt x="0" y="0"/>
                  </a:moveTo>
                  <a:lnTo>
                    <a:pt x="0" y="11981"/>
                  </a:lnTo>
                  <a:lnTo>
                    <a:pt x="218680" y="1198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964711" y="303147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397267" y="1992923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397267" y="181511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397267" y="1876298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23941" y="2445926"/>
              <a:ext cx="0" cy="105544"/>
            </a:xfrm>
            <a:custGeom>
              <a:avLst/>
              <a:pathLst>
                <a:path w="0" h="105544">
                  <a:moveTo>
                    <a:pt x="0" y="10554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423941" y="2808277"/>
              <a:ext cx="0" cy="181041"/>
            </a:xfrm>
            <a:custGeom>
              <a:avLst/>
              <a:pathLst>
                <a:path w="0" h="181041">
                  <a:moveTo>
                    <a:pt x="0" y="0"/>
                  </a:moveTo>
                  <a:lnTo>
                    <a:pt x="0" y="18104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5314600" y="2551471"/>
              <a:ext cx="218680" cy="256805"/>
            </a:xfrm>
            <a:custGeom>
              <a:avLst/>
              <a:pathLst>
                <a:path w="218680" h="256805">
                  <a:moveTo>
                    <a:pt x="0" y="0"/>
                  </a:moveTo>
                  <a:lnTo>
                    <a:pt x="0" y="256805"/>
                  </a:lnTo>
                  <a:lnTo>
                    <a:pt x="218680" y="25680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314600" y="2621793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630526" y="114714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630526" y="282175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630526" y="2811831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657200" y="1632753"/>
              <a:ext cx="0" cy="210184"/>
            </a:xfrm>
            <a:custGeom>
              <a:avLst/>
              <a:pathLst>
                <a:path w="0" h="210184">
                  <a:moveTo>
                    <a:pt x="0" y="21018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657200" y="2218729"/>
              <a:ext cx="0" cy="460984"/>
            </a:xfrm>
            <a:custGeom>
              <a:avLst/>
              <a:pathLst>
                <a:path w="0" h="460984">
                  <a:moveTo>
                    <a:pt x="0" y="0"/>
                  </a:moveTo>
                  <a:lnTo>
                    <a:pt x="0" y="46098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5547860" y="1842938"/>
              <a:ext cx="218680" cy="375790"/>
            </a:xfrm>
            <a:custGeom>
              <a:avLst/>
              <a:pathLst>
                <a:path w="218680" h="375790">
                  <a:moveTo>
                    <a:pt x="0" y="0"/>
                  </a:moveTo>
                  <a:lnTo>
                    <a:pt x="0" y="375790"/>
                  </a:lnTo>
                  <a:lnTo>
                    <a:pt x="218680" y="375790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547860" y="210840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007090" y="3010189"/>
              <a:ext cx="0" cy="928"/>
            </a:xfrm>
            <a:custGeom>
              <a:avLst/>
              <a:pathLst>
                <a:path w="0" h="928">
                  <a:moveTo>
                    <a:pt x="0" y="92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007090" y="3013057"/>
              <a:ext cx="0" cy="1009"/>
            </a:xfrm>
            <a:custGeom>
              <a:avLst/>
              <a:pathLst>
                <a:path w="0" h="1009">
                  <a:moveTo>
                    <a:pt x="0" y="0"/>
                  </a:moveTo>
                  <a:lnTo>
                    <a:pt x="0" y="100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5897749" y="3011118"/>
              <a:ext cx="218680" cy="1938"/>
            </a:xfrm>
            <a:custGeom>
              <a:avLst/>
              <a:pathLst>
                <a:path w="218680" h="1938">
                  <a:moveTo>
                    <a:pt x="0" y="0"/>
                  </a:moveTo>
                  <a:lnTo>
                    <a:pt x="0" y="1938"/>
                  </a:lnTo>
                  <a:lnTo>
                    <a:pt x="218680" y="1938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897749" y="301204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240349" y="2962973"/>
              <a:ext cx="0" cy="6408"/>
            </a:xfrm>
            <a:custGeom>
              <a:avLst/>
              <a:pathLst>
                <a:path w="0" h="6408">
                  <a:moveTo>
                    <a:pt x="0" y="64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240349" y="2991705"/>
              <a:ext cx="0" cy="15915"/>
            </a:xfrm>
            <a:custGeom>
              <a:avLst/>
              <a:pathLst>
                <a:path w="0" h="15915">
                  <a:moveTo>
                    <a:pt x="0" y="0"/>
                  </a:moveTo>
                  <a:lnTo>
                    <a:pt x="0" y="1591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131009" y="2969381"/>
              <a:ext cx="218680" cy="22323"/>
            </a:xfrm>
            <a:custGeom>
              <a:avLst/>
              <a:pathLst>
                <a:path w="218680" h="22323">
                  <a:moveTo>
                    <a:pt x="0" y="0"/>
                  </a:moveTo>
                  <a:lnTo>
                    <a:pt x="0" y="22323"/>
                  </a:lnTo>
                  <a:lnTo>
                    <a:pt x="218680" y="2232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6131009" y="297579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6590238" y="2871633"/>
              <a:ext cx="0" cy="48593"/>
            </a:xfrm>
            <a:custGeom>
              <a:avLst/>
              <a:pathLst>
                <a:path w="0" h="48593">
                  <a:moveTo>
                    <a:pt x="0" y="4859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6590238" y="2996668"/>
              <a:ext cx="0" cy="18895"/>
            </a:xfrm>
            <a:custGeom>
              <a:avLst/>
              <a:pathLst>
                <a:path w="0" h="18895">
                  <a:moveTo>
                    <a:pt x="0" y="0"/>
                  </a:moveTo>
                  <a:lnTo>
                    <a:pt x="0" y="1889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80898" y="2920227"/>
              <a:ext cx="218680" cy="76441"/>
            </a:xfrm>
            <a:custGeom>
              <a:avLst/>
              <a:pathLst>
                <a:path w="218680" h="76441">
                  <a:moveTo>
                    <a:pt x="0" y="0"/>
                  </a:moveTo>
                  <a:lnTo>
                    <a:pt x="0" y="76441"/>
                  </a:lnTo>
                  <a:lnTo>
                    <a:pt x="218680" y="7644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6480898" y="296046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6823498" y="2687605"/>
              <a:ext cx="0" cy="91767"/>
            </a:xfrm>
            <a:custGeom>
              <a:avLst/>
              <a:pathLst>
                <a:path w="0" h="91767">
                  <a:moveTo>
                    <a:pt x="0" y="9176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823498" y="2846179"/>
              <a:ext cx="0" cy="25478"/>
            </a:xfrm>
            <a:custGeom>
              <a:avLst/>
              <a:pathLst>
                <a:path w="0" h="25478">
                  <a:moveTo>
                    <a:pt x="0" y="0"/>
                  </a:moveTo>
                  <a:lnTo>
                    <a:pt x="0" y="254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14158" y="2779373"/>
              <a:ext cx="218680" cy="66806"/>
            </a:xfrm>
            <a:custGeom>
              <a:avLst/>
              <a:pathLst>
                <a:path w="218680" h="66806">
                  <a:moveTo>
                    <a:pt x="0" y="0"/>
                  </a:moveTo>
                  <a:lnTo>
                    <a:pt x="0" y="66806"/>
                  </a:lnTo>
                  <a:lnTo>
                    <a:pt x="218680" y="6680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714158" y="282232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024383" y="1075558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024383" y="3547537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024383" y="530290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024383" y="46795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024383" y="405610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024383" y="5614603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024383" y="49912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024383" y="436780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024383" y="374440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4374273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957422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540570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123719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706868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397267" y="468958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397267" y="473656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423941" y="4838410"/>
              <a:ext cx="0" cy="350169"/>
            </a:xfrm>
            <a:custGeom>
              <a:avLst/>
              <a:pathLst>
                <a:path w="0" h="350169">
                  <a:moveTo>
                    <a:pt x="0" y="35016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423941" y="5442573"/>
              <a:ext cx="0" cy="118754"/>
            </a:xfrm>
            <a:custGeom>
              <a:avLst/>
              <a:pathLst>
                <a:path w="0" h="118754">
                  <a:moveTo>
                    <a:pt x="0" y="0"/>
                  </a:moveTo>
                  <a:lnTo>
                    <a:pt x="0" y="11875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314600" y="5188579"/>
              <a:ext cx="218680" cy="253994"/>
            </a:xfrm>
            <a:custGeom>
              <a:avLst/>
              <a:pathLst>
                <a:path w="218680" h="253994">
                  <a:moveTo>
                    <a:pt x="0" y="0"/>
                  </a:moveTo>
                  <a:lnTo>
                    <a:pt x="0" y="253994"/>
                  </a:lnTo>
                  <a:lnTo>
                    <a:pt x="218680" y="25399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314600" y="533626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657200" y="5052410"/>
              <a:ext cx="0" cy="248464"/>
            </a:xfrm>
            <a:custGeom>
              <a:avLst/>
              <a:pathLst>
                <a:path w="0" h="248464">
                  <a:moveTo>
                    <a:pt x="0" y="24846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5657200" y="5535967"/>
              <a:ext cx="0" cy="51704"/>
            </a:xfrm>
            <a:custGeom>
              <a:avLst/>
              <a:pathLst>
                <a:path w="0" h="51704">
                  <a:moveTo>
                    <a:pt x="0" y="0"/>
                  </a:moveTo>
                  <a:lnTo>
                    <a:pt x="0" y="5170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7860" y="5300875"/>
              <a:ext cx="218680" cy="235092"/>
            </a:xfrm>
            <a:custGeom>
              <a:avLst/>
              <a:pathLst>
                <a:path w="218680" h="235092">
                  <a:moveTo>
                    <a:pt x="0" y="0"/>
                  </a:moveTo>
                  <a:lnTo>
                    <a:pt x="0" y="235092"/>
                  </a:lnTo>
                  <a:lnTo>
                    <a:pt x="218680" y="23509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547860" y="541073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6007090" y="5597123"/>
              <a:ext cx="0" cy="168"/>
            </a:xfrm>
            <a:custGeom>
              <a:avLst/>
              <a:pathLst>
                <a:path w="0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6007090" y="5597996"/>
              <a:ext cx="0" cy="536"/>
            </a:xfrm>
            <a:custGeom>
              <a:avLst/>
              <a:pathLst>
                <a:path w="0" h="536">
                  <a:moveTo>
                    <a:pt x="0" y="0"/>
                  </a:moveTo>
                  <a:lnTo>
                    <a:pt x="0" y="53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897749" y="5597291"/>
              <a:ext cx="218680" cy="704"/>
            </a:xfrm>
            <a:custGeom>
              <a:avLst/>
              <a:pathLst>
                <a:path w="218680" h="704">
                  <a:moveTo>
                    <a:pt x="0" y="0"/>
                  </a:moveTo>
                  <a:lnTo>
                    <a:pt x="0" y="704"/>
                  </a:lnTo>
                  <a:lnTo>
                    <a:pt x="218680" y="70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897749" y="559745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240349" y="5591936"/>
              <a:ext cx="0" cy="1078"/>
            </a:xfrm>
            <a:custGeom>
              <a:avLst/>
              <a:pathLst>
                <a:path w="0" h="1078">
                  <a:moveTo>
                    <a:pt x="0" y="107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6240349" y="5594972"/>
              <a:ext cx="0" cy="878"/>
            </a:xfrm>
            <a:custGeom>
              <a:avLst/>
              <a:pathLst>
                <a:path w="0" h="878">
                  <a:moveTo>
                    <a:pt x="0" y="0"/>
                  </a:moveTo>
                  <a:lnTo>
                    <a:pt x="0" y="8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131009" y="5593015"/>
              <a:ext cx="218680" cy="1957"/>
            </a:xfrm>
            <a:custGeom>
              <a:avLst/>
              <a:pathLst>
                <a:path w="218680" h="1957">
                  <a:moveTo>
                    <a:pt x="0" y="0"/>
                  </a:moveTo>
                  <a:lnTo>
                    <a:pt x="0" y="1957"/>
                  </a:lnTo>
                  <a:lnTo>
                    <a:pt x="218680" y="1957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131009" y="5594093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6590238" y="5465910"/>
              <a:ext cx="0" cy="53101"/>
            </a:xfrm>
            <a:custGeom>
              <a:avLst/>
              <a:pathLst>
                <a:path w="0" h="53101">
                  <a:moveTo>
                    <a:pt x="0" y="53101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590238" y="5569837"/>
              <a:ext cx="0" cy="16227"/>
            </a:xfrm>
            <a:custGeom>
              <a:avLst/>
              <a:pathLst>
                <a:path w="0" h="16227">
                  <a:moveTo>
                    <a:pt x="0" y="0"/>
                  </a:moveTo>
                  <a:lnTo>
                    <a:pt x="0" y="1622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80898" y="5519011"/>
              <a:ext cx="218680" cy="50825"/>
            </a:xfrm>
            <a:custGeom>
              <a:avLst/>
              <a:pathLst>
                <a:path w="218680" h="50825">
                  <a:moveTo>
                    <a:pt x="0" y="0"/>
                  </a:moveTo>
                  <a:lnTo>
                    <a:pt x="0" y="50825"/>
                  </a:lnTo>
                  <a:lnTo>
                    <a:pt x="218680" y="5082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480898" y="555409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6823498" y="5563808"/>
              <a:ext cx="0" cy="10685"/>
            </a:xfrm>
            <a:custGeom>
              <a:avLst/>
              <a:pathLst>
                <a:path w="0" h="10685">
                  <a:moveTo>
                    <a:pt x="0" y="1068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823498" y="5587554"/>
              <a:ext cx="0" cy="2100"/>
            </a:xfrm>
            <a:custGeom>
              <a:avLst/>
              <a:pathLst>
                <a:path w="0" h="2100">
                  <a:moveTo>
                    <a:pt x="0" y="0"/>
                  </a:moveTo>
                  <a:lnTo>
                    <a:pt x="0" y="210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14158" y="5574493"/>
              <a:ext cx="218680" cy="13060"/>
            </a:xfrm>
            <a:custGeom>
              <a:avLst/>
              <a:pathLst>
                <a:path w="218680" h="13060">
                  <a:moveTo>
                    <a:pt x="0" y="0"/>
                  </a:moveTo>
                  <a:lnTo>
                    <a:pt x="0" y="13060"/>
                  </a:lnTo>
                  <a:lnTo>
                    <a:pt x="218680" y="13060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714158" y="5582411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4024383" y="3547537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132673" y="1075558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132673" y="283092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7132673" y="22075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132673" y="158412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132673" y="314262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132673" y="25192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7132673" y="189582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7132673" y="1272429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7482562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65711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8648860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9232009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9815158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532230" y="2569970"/>
              <a:ext cx="0" cy="128457"/>
            </a:xfrm>
            <a:custGeom>
              <a:avLst/>
              <a:pathLst>
                <a:path w="0" h="128457">
                  <a:moveTo>
                    <a:pt x="0" y="1284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532230" y="2988984"/>
              <a:ext cx="0" cy="48360"/>
            </a:xfrm>
            <a:custGeom>
              <a:avLst/>
              <a:pathLst>
                <a:path w="0" h="48360">
                  <a:moveTo>
                    <a:pt x="0" y="0"/>
                  </a:moveTo>
                  <a:lnTo>
                    <a:pt x="0" y="4836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8422890" y="2698428"/>
              <a:ext cx="218680" cy="290556"/>
            </a:xfrm>
            <a:custGeom>
              <a:avLst/>
              <a:pathLst>
                <a:path w="218680" h="290556">
                  <a:moveTo>
                    <a:pt x="0" y="0"/>
                  </a:moveTo>
                  <a:lnTo>
                    <a:pt x="0" y="290556"/>
                  </a:lnTo>
                  <a:lnTo>
                    <a:pt x="218680" y="29055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8422890" y="282405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8765490" y="2489265"/>
              <a:ext cx="0" cy="247177"/>
            </a:xfrm>
            <a:custGeom>
              <a:avLst/>
              <a:pathLst>
                <a:path w="0" h="247177">
                  <a:moveTo>
                    <a:pt x="0" y="24717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8765490" y="2963868"/>
              <a:ext cx="0" cy="82802"/>
            </a:xfrm>
            <a:custGeom>
              <a:avLst/>
              <a:pathLst>
                <a:path w="0" h="82802">
                  <a:moveTo>
                    <a:pt x="0" y="0"/>
                  </a:moveTo>
                  <a:lnTo>
                    <a:pt x="0" y="8280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8656149" y="2736442"/>
              <a:ext cx="218680" cy="227425"/>
            </a:xfrm>
            <a:custGeom>
              <a:avLst/>
              <a:pathLst>
                <a:path w="218680" h="227425">
                  <a:moveTo>
                    <a:pt x="0" y="0"/>
                  </a:moveTo>
                  <a:lnTo>
                    <a:pt x="0" y="227425"/>
                  </a:lnTo>
                  <a:lnTo>
                    <a:pt x="218680" y="22742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656149" y="285724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9115379" y="3135829"/>
              <a:ext cx="0" cy="1352"/>
            </a:xfrm>
            <a:custGeom>
              <a:avLst/>
              <a:pathLst>
                <a:path w="0" h="1352">
                  <a:moveTo>
                    <a:pt x="0" y="135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9115379" y="3138796"/>
              <a:ext cx="0" cy="261"/>
            </a:xfrm>
            <a:custGeom>
              <a:avLst/>
              <a:pathLst>
                <a:path w="0" h="261">
                  <a:moveTo>
                    <a:pt x="0" y="0"/>
                  </a:moveTo>
                  <a:lnTo>
                    <a:pt x="0" y="26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9006039" y="3137182"/>
              <a:ext cx="218680" cy="1614"/>
            </a:xfrm>
            <a:custGeom>
              <a:avLst/>
              <a:pathLst>
                <a:path w="218680" h="1614">
                  <a:moveTo>
                    <a:pt x="0" y="0"/>
                  </a:moveTo>
                  <a:lnTo>
                    <a:pt x="0" y="1614"/>
                  </a:lnTo>
                  <a:lnTo>
                    <a:pt x="218680" y="161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006039" y="3138534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348639" y="3127263"/>
              <a:ext cx="0" cy="922"/>
            </a:xfrm>
            <a:custGeom>
              <a:avLst/>
              <a:pathLst>
                <a:path w="0" h="922">
                  <a:moveTo>
                    <a:pt x="0" y="92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9348639" y="3129339"/>
              <a:ext cx="0" cy="230"/>
            </a:xfrm>
            <a:custGeom>
              <a:avLst/>
              <a:pathLst>
                <a:path w="0" h="230">
                  <a:moveTo>
                    <a:pt x="0" y="0"/>
                  </a:moveTo>
                  <a:lnTo>
                    <a:pt x="0" y="23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9239298" y="3128186"/>
              <a:ext cx="218680" cy="1153"/>
            </a:xfrm>
            <a:custGeom>
              <a:avLst/>
              <a:pathLst>
                <a:path w="218680" h="1153">
                  <a:moveTo>
                    <a:pt x="0" y="0"/>
                  </a:moveTo>
                  <a:lnTo>
                    <a:pt x="0" y="1153"/>
                  </a:lnTo>
                  <a:lnTo>
                    <a:pt x="218680" y="115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9239298" y="312910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9698528" y="3109871"/>
              <a:ext cx="0" cy="2128"/>
            </a:xfrm>
            <a:custGeom>
              <a:avLst/>
              <a:pathLst>
                <a:path w="0" h="2128">
                  <a:moveTo>
                    <a:pt x="0" y="212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9698528" y="3115475"/>
              <a:ext cx="0" cy="330"/>
            </a:xfrm>
            <a:custGeom>
              <a:avLst/>
              <a:pathLst>
                <a:path w="0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9589188" y="3111999"/>
              <a:ext cx="218680" cy="3475"/>
            </a:xfrm>
            <a:custGeom>
              <a:avLst/>
              <a:pathLst>
                <a:path w="218680" h="3475">
                  <a:moveTo>
                    <a:pt x="0" y="0"/>
                  </a:moveTo>
                  <a:lnTo>
                    <a:pt x="0" y="3475"/>
                  </a:lnTo>
                  <a:lnTo>
                    <a:pt x="218680" y="347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589188" y="311417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9905114" y="308445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9905114" y="3078048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9931788" y="312662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9931788" y="3130979"/>
              <a:ext cx="0" cy="847"/>
            </a:xfrm>
            <a:custGeom>
              <a:avLst/>
              <a:pathLst>
                <a:path w="0" h="847">
                  <a:moveTo>
                    <a:pt x="0" y="0"/>
                  </a:moveTo>
                  <a:lnTo>
                    <a:pt x="0" y="84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9822447" y="3126627"/>
              <a:ext cx="218680" cy="4351"/>
            </a:xfrm>
            <a:custGeom>
              <a:avLst/>
              <a:pathLst>
                <a:path w="218680" h="4351">
                  <a:moveTo>
                    <a:pt x="0" y="0"/>
                  </a:moveTo>
                  <a:lnTo>
                    <a:pt x="0" y="4351"/>
                  </a:lnTo>
                  <a:lnTo>
                    <a:pt x="218680" y="435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9822447" y="312958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7132673" y="1075558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916094" y="3313235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2357803" y="338676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237" name="rc237"/>
            <p:cNvSpPr/>
            <p:nvPr/>
          </p:nvSpPr>
          <p:spPr>
            <a:xfrm>
              <a:off x="4024383" y="3313235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tx238"/>
            <p:cNvSpPr/>
            <p:nvPr/>
          </p:nvSpPr>
          <p:spPr>
            <a:xfrm>
              <a:off x="5466093" y="338676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239" name="rc239"/>
            <p:cNvSpPr/>
            <p:nvPr/>
          </p:nvSpPr>
          <p:spPr>
            <a:xfrm>
              <a:off x="916094" y="841256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40"/>
            <p:cNvSpPr/>
            <p:nvPr/>
          </p:nvSpPr>
          <p:spPr>
            <a:xfrm>
              <a:off x="2351082" y="914790"/>
              <a:ext cx="1623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241" name="rc241"/>
            <p:cNvSpPr/>
            <p:nvPr/>
          </p:nvSpPr>
          <p:spPr>
            <a:xfrm>
              <a:off x="4024383" y="841256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242"/>
            <p:cNvSpPr/>
            <p:nvPr/>
          </p:nvSpPr>
          <p:spPr>
            <a:xfrm>
              <a:off x="5466093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243" name="rc243"/>
            <p:cNvSpPr/>
            <p:nvPr/>
          </p:nvSpPr>
          <p:spPr>
            <a:xfrm>
              <a:off x="7132673" y="841256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8574382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245" name="pl245"/>
            <p:cNvSpPr/>
            <p:nvPr/>
          </p:nvSpPr>
          <p:spPr>
            <a:xfrm>
              <a:off x="1265983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849132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2432281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015430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3598579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tx250"/>
            <p:cNvSpPr/>
            <p:nvPr/>
          </p:nvSpPr>
          <p:spPr>
            <a:xfrm rot="-2400000">
              <a:off x="923407" y="5902310"/>
              <a:ext cx="41970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51" name="tx251"/>
            <p:cNvSpPr/>
            <p:nvPr/>
          </p:nvSpPr>
          <p:spPr>
            <a:xfrm rot="-2400000">
              <a:off x="1327063" y="5967641"/>
              <a:ext cx="62298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52" name="tx252"/>
            <p:cNvSpPr/>
            <p:nvPr/>
          </p:nvSpPr>
          <p:spPr>
            <a:xfrm rot="-2400000">
              <a:off x="2250949" y="584362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53" name="tx253"/>
            <p:cNvSpPr/>
            <p:nvPr/>
          </p:nvSpPr>
          <p:spPr>
            <a:xfrm rot="-2400000">
              <a:off x="2816254" y="5850117"/>
              <a:ext cx="25731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2400000">
              <a:off x="3375583" y="5858786"/>
              <a:ext cx="2842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55" name="pl255"/>
            <p:cNvSpPr/>
            <p:nvPr/>
          </p:nvSpPr>
          <p:spPr>
            <a:xfrm>
              <a:off x="4374273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957422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540570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6123719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6706868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tx260"/>
            <p:cNvSpPr/>
            <p:nvPr/>
          </p:nvSpPr>
          <p:spPr>
            <a:xfrm rot="-2400000">
              <a:off x="4031696" y="5902310"/>
              <a:ext cx="41970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61" name="tx261"/>
            <p:cNvSpPr/>
            <p:nvPr/>
          </p:nvSpPr>
          <p:spPr>
            <a:xfrm rot="-2400000">
              <a:off x="4435352" y="5967641"/>
              <a:ext cx="62298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62" name="tx262"/>
            <p:cNvSpPr/>
            <p:nvPr/>
          </p:nvSpPr>
          <p:spPr>
            <a:xfrm rot="-2400000">
              <a:off x="5359239" y="584362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63" name="tx263"/>
            <p:cNvSpPr/>
            <p:nvPr/>
          </p:nvSpPr>
          <p:spPr>
            <a:xfrm rot="-2400000">
              <a:off x="5924543" y="5850117"/>
              <a:ext cx="25731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64" name="tx264"/>
            <p:cNvSpPr/>
            <p:nvPr/>
          </p:nvSpPr>
          <p:spPr>
            <a:xfrm rot="-2400000">
              <a:off x="6483873" y="5858786"/>
              <a:ext cx="2842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65" name="pl265"/>
            <p:cNvSpPr/>
            <p:nvPr/>
          </p:nvSpPr>
          <p:spPr>
            <a:xfrm>
              <a:off x="7482562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8065711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8648860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9232009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9815158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tx270"/>
            <p:cNvSpPr/>
            <p:nvPr/>
          </p:nvSpPr>
          <p:spPr>
            <a:xfrm rot="-2400000">
              <a:off x="7139986" y="3430331"/>
              <a:ext cx="41970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71" name="tx271"/>
            <p:cNvSpPr/>
            <p:nvPr/>
          </p:nvSpPr>
          <p:spPr>
            <a:xfrm rot="-2400000">
              <a:off x="7543642" y="3495661"/>
              <a:ext cx="62298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72" name="tx272"/>
            <p:cNvSpPr/>
            <p:nvPr/>
          </p:nvSpPr>
          <p:spPr>
            <a:xfrm rot="-2400000">
              <a:off x="8467528" y="3371643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73" name="tx273"/>
            <p:cNvSpPr/>
            <p:nvPr/>
          </p:nvSpPr>
          <p:spPr>
            <a:xfrm rot="-2400000">
              <a:off x="9032833" y="3378138"/>
              <a:ext cx="25731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74" name="tx274"/>
            <p:cNvSpPr/>
            <p:nvPr/>
          </p:nvSpPr>
          <p:spPr>
            <a:xfrm rot="-2400000">
              <a:off x="9592163" y="3386807"/>
              <a:ext cx="2842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780013" y="3099007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80013" y="247560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12256" y="1852210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12256" y="1228812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79" name="pl279"/>
            <p:cNvSpPr/>
            <p:nvPr/>
          </p:nvSpPr>
          <p:spPr>
            <a:xfrm>
              <a:off x="878136" y="314262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878136" y="25192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878136" y="189582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878136" y="127242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780013" y="557098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780013" y="494758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712256" y="432418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712256" y="3700791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7" name="pl287"/>
            <p:cNvSpPr/>
            <p:nvPr/>
          </p:nvSpPr>
          <p:spPr>
            <a:xfrm>
              <a:off x="878136" y="561460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878136" y="499120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878136" y="436780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878136" y="374440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tx291"/>
            <p:cNvSpPr/>
            <p:nvPr/>
          </p:nvSpPr>
          <p:spPr>
            <a:xfrm>
              <a:off x="5328750" y="6302463"/>
              <a:ext cx="42364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292" name="tx292"/>
            <p:cNvSpPr/>
            <p:nvPr/>
          </p:nvSpPr>
          <p:spPr>
            <a:xfrm rot="-5400000">
              <a:off x="-166263" y="3337839"/>
              <a:ext cx="150793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293" name="rc293"/>
            <p:cNvSpPr/>
            <p:nvPr/>
          </p:nvSpPr>
          <p:spPr>
            <a:xfrm>
              <a:off x="4492791" y="6595477"/>
              <a:ext cx="2095559" cy="371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tx294"/>
            <p:cNvSpPr/>
            <p:nvPr/>
          </p:nvSpPr>
          <p:spPr>
            <a:xfrm>
              <a:off x="4568706" y="6726531"/>
              <a:ext cx="46305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295" name="rc295"/>
            <p:cNvSpPr/>
            <p:nvPr/>
          </p:nvSpPr>
          <p:spPr>
            <a:xfrm>
              <a:off x="5107673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217401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217401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5135105" y="6726256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135105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217401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217401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5851395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961123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961123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5878827" y="6726256"/>
              <a:ext cx="164591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5878827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5961123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5961123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9" name="tx309"/>
            <p:cNvSpPr/>
            <p:nvPr/>
          </p:nvSpPr>
          <p:spPr>
            <a:xfrm>
              <a:off x="5403045" y="6737503"/>
              <a:ext cx="37243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6146766" y="6737503"/>
              <a:ext cx="36566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916094" y="596085"/>
              <a:ext cx="4237238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comparison by variety across stages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520171"/>
            <a:ext cx="9783763" cy="6522509"/>
            <a:chOff x="457200" y="520171"/>
            <a:chExt cx="9783763" cy="6522509"/>
          </a:xfrm>
        </p:grpSpPr>
        <p:sp>
          <p:nvSpPr>
            <p:cNvPr id="3" name="rc3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16094" y="1075558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6094" y="3204609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6094" y="2618052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6094" y="2031494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094" y="1444937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16094" y="291133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6094" y="232477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094" y="173821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6094" y="115165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61232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569795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978358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86921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95484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04047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12610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79519" y="3043482"/>
              <a:ext cx="0" cy="40780"/>
            </a:xfrm>
            <a:custGeom>
              <a:avLst/>
              <a:pathLst>
                <a:path w="0" h="40780">
                  <a:moveTo>
                    <a:pt x="0" y="4078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79519" y="3221311"/>
              <a:ext cx="0" cy="96268"/>
            </a:xfrm>
            <a:custGeom>
              <a:avLst/>
              <a:pathLst>
                <a:path w="0" h="96268">
                  <a:moveTo>
                    <a:pt x="0" y="0"/>
                  </a:moveTo>
                  <a:lnTo>
                    <a:pt x="0" y="9626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002913" y="3084262"/>
              <a:ext cx="153211" cy="137049"/>
            </a:xfrm>
            <a:custGeom>
              <a:avLst/>
              <a:pathLst>
                <a:path w="153211" h="137049">
                  <a:moveTo>
                    <a:pt x="0" y="0"/>
                  </a:moveTo>
                  <a:lnTo>
                    <a:pt x="0" y="137049"/>
                  </a:lnTo>
                  <a:lnTo>
                    <a:pt x="153211" y="13704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02913" y="312504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42944" y="2281514"/>
              <a:ext cx="0" cy="22083"/>
            </a:xfrm>
            <a:custGeom>
              <a:avLst/>
              <a:pathLst>
                <a:path w="0" h="22083">
                  <a:moveTo>
                    <a:pt x="0" y="2208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42944" y="2356058"/>
              <a:ext cx="0" cy="30376"/>
            </a:xfrm>
            <a:custGeom>
              <a:avLst/>
              <a:pathLst>
                <a:path w="0" h="30376">
                  <a:moveTo>
                    <a:pt x="0" y="0"/>
                  </a:moveTo>
                  <a:lnTo>
                    <a:pt x="0" y="3037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166339" y="2303598"/>
              <a:ext cx="153211" cy="52460"/>
            </a:xfrm>
            <a:custGeom>
              <a:avLst/>
              <a:pathLst>
                <a:path w="153211" h="52460">
                  <a:moveTo>
                    <a:pt x="0" y="0"/>
                  </a:moveTo>
                  <a:lnTo>
                    <a:pt x="0" y="52460"/>
                  </a:lnTo>
                  <a:lnTo>
                    <a:pt x="153211" y="52460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66339" y="232568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488082" y="2800837"/>
              <a:ext cx="0" cy="72219"/>
            </a:xfrm>
            <a:custGeom>
              <a:avLst/>
              <a:pathLst>
                <a:path w="0" h="72219">
                  <a:moveTo>
                    <a:pt x="0" y="722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488082" y="3250800"/>
              <a:ext cx="0" cy="65107"/>
            </a:xfrm>
            <a:custGeom>
              <a:avLst/>
              <a:pathLst>
                <a:path w="0" h="65107">
                  <a:moveTo>
                    <a:pt x="0" y="0"/>
                  </a:moveTo>
                  <a:lnTo>
                    <a:pt x="0" y="6510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411476" y="2873057"/>
              <a:ext cx="153211" cy="377742"/>
            </a:xfrm>
            <a:custGeom>
              <a:avLst/>
              <a:pathLst>
                <a:path w="153211" h="377742">
                  <a:moveTo>
                    <a:pt x="0" y="0"/>
                  </a:moveTo>
                  <a:lnTo>
                    <a:pt x="0" y="377742"/>
                  </a:lnTo>
                  <a:lnTo>
                    <a:pt x="153211" y="37774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11476" y="2889686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51507" y="1182321"/>
              <a:ext cx="0" cy="680905"/>
            </a:xfrm>
            <a:custGeom>
              <a:avLst/>
              <a:pathLst>
                <a:path w="0" h="680905">
                  <a:moveTo>
                    <a:pt x="0" y="68090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51507" y="2953445"/>
              <a:ext cx="0" cy="198432"/>
            </a:xfrm>
            <a:custGeom>
              <a:avLst/>
              <a:pathLst>
                <a:path w="0" h="198432">
                  <a:moveTo>
                    <a:pt x="0" y="0"/>
                  </a:moveTo>
                  <a:lnTo>
                    <a:pt x="0" y="19843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1574902" y="1863226"/>
              <a:ext cx="153211" cy="1090219"/>
            </a:xfrm>
            <a:custGeom>
              <a:avLst/>
              <a:pathLst>
                <a:path w="153211" h="1090219">
                  <a:moveTo>
                    <a:pt x="0" y="0"/>
                  </a:moveTo>
                  <a:lnTo>
                    <a:pt x="0" y="1090219"/>
                  </a:lnTo>
                  <a:lnTo>
                    <a:pt x="153211" y="109021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574902" y="238977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896645" y="1967941"/>
              <a:ext cx="0" cy="106247"/>
            </a:xfrm>
            <a:custGeom>
              <a:avLst/>
              <a:pathLst>
                <a:path w="0" h="106247">
                  <a:moveTo>
                    <a:pt x="0" y="10624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896645" y="2775583"/>
              <a:ext cx="0" cy="113869"/>
            </a:xfrm>
            <a:custGeom>
              <a:avLst/>
              <a:pathLst>
                <a:path w="0" h="113869">
                  <a:moveTo>
                    <a:pt x="0" y="0"/>
                  </a:moveTo>
                  <a:lnTo>
                    <a:pt x="0" y="11386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1820039" y="2074188"/>
              <a:ext cx="153211" cy="701394"/>
            </a:xfrm>
            <a:custGeom>
              <a:avLst/>
              <a:pathLst>
                <a:path w="153211" h="701394">
                  <a:moveTo>
                    <a:pt x="0" y="0"/>
                  </a:moveTo>
                  <a:lnTo>
                    <a:pt x="0" y="701394"/>
                  </a:lnTo>
                  <a:lnTo>
                    <a:pt x="153211" y="701394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20039" y="242777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60070" y="2063095"/>
              <a:ext cx="0" cy="50172"/>
            </a:xfrm>
            <a:custGeom>
              <a:avLst/>
              <a:pathLst>
                <a:path w="0" h="50172">
                  <a:moveTo>
                    <a:pt x="0" y="501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060070" y="2168881"/>
              <a:ext cx="0" cy="5440"/>
            </a:xfrm>
            <a:custGeom>
              <a:avLst/>
              <a:pathLst>
                <a:path w="0" h="5440">
                  <a:moveTo>
                    <a:pt x="0" y="0"/>
                  </a:moveTo>
                  <a:lnTo>
                    <a:pt x="0" y="544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1983465" y="2113268"/>
              <a:ext cx="153211" cy="55612"/>
            </a:xfrm>
            <a:custGeom>
              <a:avLst/>
              <a:pathLst>
                <a:path w="153211" h="55612">
                  <a:moveTo>
                    <a:pt x="0" y="0"/>
                  </a:moveTo>
                  <a:lnTo>
                    <a:pt x="0" y="55612"/>
                  </a:lnTo>
                  <a:lnTo>
                    <a:pt x="153211" y="5561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83465" y="216344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16094" y="1075558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16094" y="3734559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916094" y="573706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16094" y="512604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16094" y="4515029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916094" y="390401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916094" y="6042571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16094" y="5431555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16094" y="482053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16094" y="4209521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161232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69795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978358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386921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795484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04047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612610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079519" y="5548870"/>
              <a:ext cx="0" cy="21553"/>
            </a:xfrm>
            <a:custGeom>
              <a:avLst/>
              <a:pathLst>
                <a:path w="0" h="21553">
                  <a:moveTo>
                    <a:pt x="0" y="2155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079519" y="5603052"/>
              <a:ext cx="0" cy="11074"/>
            </a:xfrm>
            <a:custGeom>
              <a:avLst/>
              <a:pathLst>
                <a:path w="0" h="11074">
                  <a:moveTo>
                    <a:pt x="0" y="0"/>
                  </a:moveTo>
                  <a:lnTo>
                    <a:pt x="0" y="1107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002913" y="5570423"/>
              <a:ext cx="153211" cy="32628"/>
            </a:xfrm>
            <a:custGeom>
              <a:avLst/>
              <a:pathLst>
                <a:path w="153211" h="32628">
                  <a:moveTo>
                    <a:pt x="0" y="0"/>
                  </a:moveTo>
                  <a:lnTo>
                    <a:pt x="0" y="32628"/>
                  </a:lnTo>
                  <a:lnTo>
                    <a:pt x="153211" y="32628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002913" y="559197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242944" y="5957243"/>
              <a:ext cx="0" cy="4399"/>
            </a:xfrm>
            <a:custGeom>
              <a:avLst/>
              <a:pathLst>
                <a:path w="0" h="4399">
                  <a:moveTo>
                    <a:pt x="0" y="439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242944" y="5971312"/>
              <a:ext cx="0" cy="5270"/>
            </a:xfrm>
            <a:custGeom>
              <a:avLst/>
              <a:pathLst>
                <a:path w="0" h="5270">
                  <a:moveTo>
                    <a:pt x="0" y="0"/>
                  </a:moveTo>
                  <a:lnTo>
                    <a:pt x="0" y="527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166339" y="5961642"/>
              <a:ext cx="153211" cy="9669"/>
            </a:xfrm>
            <a:custGeom>
              <a:avLst/>
              <a:pathLst>
                <a:path w="153211" h="9669">
                  <a:moveTo>
                    <a:pt x="0" y="0"/>
                  </a:moveTo>
                  <a:lnTo>
                    <a:pt x="0" y="9669"/>
                  </a:lnTo>
                  <a:lnTo>
                    <a:pt x="153211" y="966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166339" y="5966041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488082" y="5052480"/>
              <a:ext cx="0" cy="44268"/>
            </a:xfrm>
            <a:custGeom>
              <a:avLst/>
              <a:pathLst>
                <a:path w="0" h="44268">
                  <a:moveTo>
                    <a:pt x="0" y="4426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488082" y="5621947"/>
              <a:ext cx="0" cy="57160"/>
            </a:xfrm>
            <a:custGeom>
              <a:avLst/>
              <a:pathLst>
                <a:path w="0" h="57160">
                  <a:moveTo>
                    <a:pt x="0" y="0"/>
                  </a:moveTo>
                  <a:lnTo>
                    <a:pt x="0" y="5716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411476" y="5096748"/>
              <a:ext cx="153211" cy="525199"/>
            </a:xfrm>
            <a:custGeom>
              <a:avLst/>
              <a:pathLst>
                <a:path w="153211" h="525199">
                  <a:moveTo>
                    <a:pt x="0" y="0"/>
                  </a:moveTo>
                  <a:lnTo>
                    <a:pt x="0" y="525199"/>
                  </a:lnTo>
                  <a:lnTo>
                    <a:pt x="153211" y="52519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411476" y="561831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651507" y="5596437"/>
              <a:ext cx="0" cy="1680"/>
            </a:xfrm>
            <a:custGeom>
              <a:avLst/>
              <a:pathLst>
                <a:path w="0" h="1680">
                  <a:moveTo>
                    <a:pt x="0" y="168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651507" y="5897791"/>
              <a:ext cx="0" cy="28259"/>
            </a:xfrm>
            <a:custGeom>
              <a:avLst/>
              <a:pathLst>
                <a:path w="0" h="28259">
                  <a:moveTo>
                    <a:pt x="0" y="0"/>
                  </a:moveTo>
                  <a:lnTo>
                    <a:pt x="0" y="2825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574902" y="5598118"/>
              <a:ext cx="153211" cy="299673"/>
            </a:xfrm>
            <a:custGeom>
              <a:avLst/>
              <a:pathLst>
                <a:path w="153211" h="299673">
                  <a:moveTo>
                    <a:pt x="0" y="0"/>
                  </a:moveTo>
                  <a:lnTo>
                    <a:pt x="0" y="299673"/>
                  </a:lnTo>
                  <a:lnTo>
                    <a:pt x="153211" y="299673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574902" y="5664505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896645" y="4570999"/>
              <a:ext cx="0" cy="324113"/>
            </a:xfrm>
            <a:custGeom>
              <a:avLst/>
              <a:pathLst>
                <a:path w="0" h="324113">
                  <a:moveTo>
                    <a:pt x="0" y="32411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896645" y="5859572"/>
              <a:ext cx="0" cy="52455"/>
            </a:xfrm>
            <a:custGeom>
              <a:avLst/>
              <a:pathLst>
                <a:path w="0" h="52455">
                  <a:moveTo>
                    <a:pt x="0" y="0"/>
                  </a:moveTo>
                  <a:lnTo>
                    <a:pt x="0" y="5245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820039" y="4895112"/>
              <a:ext cx="153211" cy="964459"/>
            </a:xfrm>
            <a:custGeom>
              <a:avLst/>
              <a:pathLst>
                <a:path w="153211" h="964459">
                  <a:moveTo>
                    <a:pt x="0" y="0"/>
                  </a:moveTo>
                  <a:lnTo>
                    <a:pt x="0" y="964459"/>
                  </a:lnTo>
                  <a:lnTo>
                    <a:pt x="153211" y="96445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820039" y="523205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060070" y="5774610"/>
              <a:ext cx="0" cy="73260"/>
            </a:xfrm>
            <a:custGeom>
              <a:avLst/>
              <a:pathLst>
                <a:path w="0" h="73260">
                  <a:moveTo>
                    <a:pt x="0" y="7326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060070" y="5942242"/>
              <a:ext cx="0" cy="8034"/>
            </a:xfrm>
            <a:custGeom>
              <a:avLst/>
              <a:pathLst>
                <a:path w="0" h="8034">
                  <a:moveTo>
                    <a:pt x="0" y="0"/>
                  </a:moveTo>
                  <a:lnTo>
                    <a:pt x="0" y="80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983465" y="5847871"/>
              <a:ext cx="153211" cy="94371"/>
            </a:xfrm>
            <a:custGeom>
              <a:avLst/>
              <a:pathLst>
                <a:path w="153211" h="94371">
                  <a:moveTo>
                    <a:pt x="0" y="0"/>
                  </a:moveTo>
                  <a:lnTo>
                    <a:pt x="0" y="94371"/>
                  </a:lnTo>
                  <a:lnTo>
                    <a:pt x="153211" y="9437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983465" y="586103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305208" y="4684403"/>
              <a:ext cx="0" cy="107783"/>
            </a:xfrm>
            <a:custGeom>
              <a:avLst/>
              <a:pathLst>
                <a:path w="0" h="107783">
                  <a:moveTo>
                    <a:pt x="0" y="10778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05208" y="5831679"/>
              <a:ext cx="0" cy="17627"/>
            </a:xfrm>
            <a:custGeom>
              <a:avLst/>
              <a:pathLst>
                <a:path w="0" h="17627">
                  <a:moveTo>
                    <a:pt x="0" y="0"/>
                  </a:moveTo>
                  <a:lnTo>
                    <a:pt x="0" y="1762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228602" y="4792187"/>
              <a:ext cx="153211" cy="1039492"/>
            </a:xfrm>
            <a:custGeom>
              <a:avLst/>
              <a:pathLst>
                <a:path w="153211" h="1039492">
                  <a:moveTo>
                    <a:pt x="0" y="0"/>
                  </a:moveTo>
                  <a:lnTo>
                    <a:pt x="0" y="1039492"/>
                  </a:lnTo>
                  <a:lnTo>
                    <a:pt x="153211" y="103949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228602" y="537955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468633" y="4914359"/>
              <a:ext cx="0" cy="279853"/>
            </a:xfrm>
            <a:custGeom>
              <a:avLst/>
              <a:pathLst>
                <a:path w="0" h="279853">
                  <a:moveTo>
                    <a:pt x="0" y="27985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468633" y="5661725"/>
              <a:ext cx="0" cy="275629"/>
            </a:xfrm>
            <a:custGeom>
              <a:avLst/>
              <a:pathLst>
                <a:path w="0" h="275629">
                  <a:moveTo>
                    <a:pt x="0" y="0"/>
                  </a:moveTo>
                  <a:lnTo>
                    <a:pt x="0" y="27562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392028" y="5194213"/>
              <a:ext cx="153211" cy="467511"/>
            </a:xfrm>
            <a:custGeom>
              <a:avLst/>
              <a:pathLst>
                <a:path w="153211" h="467511">
                  <a:moveTo>
                    <a:pt x="0" y="0"/>
                  </a:moveTo>
                  <a:lnTo>
                    <a:pt x="0" y="467511"/>
                  </a:lnTo>
                  <a:lnTo>
                    <a:pt x="153211" y="46751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392028" y="539387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13771" y="3841322"/>
              <a:ext cx="0" cy="785355"/>
            </a:xfrm>
            <a:custGeom>
              <a:avLst/>
              <a:pathLst>
                <a:path w="0" h="785355">
                  <a:moveTo>
                    <a:pt x="0" y="78535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13771" y="5603785"/>
              <a:ext cx="0" cy="304362"/>
            </a:xfrm>
            <a:custGeom>
              <a:avLst/>
              <a:pathLst>
                <a:path w="0" h="304362">
                  <a:moveTo>
                    <a:pt x="0" y="0"/>
                  </a:moveTo>
                  <a:lnTo>
                    <a:pt x="0" y="30436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637165" y="4626678"/>
              <a:ext cx="153211" cy="977107"/>
            </a:xfrm>
            <a:custGeom>
              <a:avLst/>
              <a:pathLst>
                <a:path w="153211" h="977107">
                  <a:moveTo>
                    <a:pt x="0" y="0"/>
                  </a:moveTo>
                  <a:lnTo>
                    <a:pt x="0" y="977107"/>
                  </a:lnTo>
                  <a:lnTo>
                    <a:pt x="153211" y="97710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37165" y="501633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877196" y="4665004"/>
              <a:ext cx="0" cy="611299"/>
            </a:xfrm>
            <a:custGeom>
              <a:avLst/>
              <a:pathLst>
                <a:path w="0" h="611299">
                  <a:moveTo>
                    <a:pt x="0" y="61129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877196" y="5700249"/>
              <a:ext cx="0" cy="253785"/>
            </a:xfrm>
            <a:custGeom>
              <a:avLst/>
              <a:pathLst>
                <a:path w="0" h="253785">
                  <a:moveTo>
                    <a:pt x="0" y="0"/>
                  </a:moveTo>
                  <a:lnTo>
                    <a:pt x="0" y="25378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2800591" y="5276303"/>
              <a:ext cx="153211" cy="423946"/>
            </a:xfrm>
            <a:custGeom>
              <a:avLst/>
              <a:pathLst>
                <a:path w="153211" h="423946">
                  <a:moveTo>
                    <a:pt x="0" y="0"/>
                  </a:moveTo>
                  <a:lnTo>
                    <a:pt x="0" y="423946"/>
                  </a:lnTo>
                  <a:lnTo>
                    <a:pt x="153211" y="423946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800591" y="5465726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095660" y="4344645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122334" y="4592904"/>
              <a:ext cx="0" cy="546585"/>
            </a:xfrm>
            <a:custGeom>
              <a:avLst/>
              <a:pathLst>
                <a:path w="0" h="546585">
                  <a:moveTo>
                    <a:pt x="0" y="54658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122334" y="5548687"/>
              <a:ext cx="0" cy="178111"/>
            </a:xfrm>
            <a:custGeom>
              <a:avLst/>
              <a:pathLst>
                <a:path w="0" h="178111">
                  <a:moveTo>
                    <a:pt x="0" y="0"/>
                  </a:moveTo>
                  <a:lnTo>
                    <a:pt x="0" y="17811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045728" y="5139489"/>
              <a:ext cx="153211" cy="409197"/>
            </a:xfrm>
            <a:custGeom>
              <a:avLst/>
              <a:pathLst>
                <a:path w="153211" h="409197">
                  <a:moveTo>
                    <a:pt x="0" y="0"/>
                  </a:moveTo>
                  <a:lnTo>
                    <a:pt x="0" y="409197"/>
                  </a:lnTo>
                  <a:lnTo>
                    <a:pt x="153211" y="40919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045728" y="529471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285759" y="4729221"/>
              <a:ext cx="0" cy="446225"/>
            </a:xfrm>
            <a:custGeom>
              <a:avLst/>
              <a:pathLst>
                <a:path w="0" h="446225">
                  <a:moveTo>
                    <a:pt x="0" y="44622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285759" y="5534786"/>
              <a:ext cx="0" cy="213305"/>
            </a:xfrm>
            <a:custGeom>
              <a:avLst/>
              <a:pathLst>
                <a:path w="0" h="213305">
                  <a:moveTo>
                    <a:pt x="0" y="0"/>
                  </a:moveTo>
                  <a:lnTo>
                    <a:pt x="0" y="21330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209154" y="5175447"/>
              <a:ext cx="153211" cy="359338"/>
            </a:xfrm>
            <a:custGeom>
              <a:avLst/>
              <a:pathLst>
                <a:path w="153211" h="359338">
                  <a:moveTo>
                    <a:pt x="0" y="0"/>
                  </a:moveTo>
                  <a:lnTo>
                    <a:pt x="0" y="359338"/>
                  </a:lnTo>
                  <a:lnTo>
                    <a:pt x="153211" y="359338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209154" y="537234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04223" y="5701774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530897" y="5360371"/>
              <a:ext cx="0" cy="99786"/>
            </a:xfrm>
            <a:custGeom>
              <a:avLst/>
              <a:pathLst>
                <a:path w="0" h="99786">
                  <a:moveTo>
                    <a:pt x="0" y="9978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530897" y="556523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454291" y="5460158"/>
              <a:ext cx="153211" cy="105079"/>
            </a:xfrm>
            <a:custGeom>
              <a:avLst/>
              <a:pathLst>
                <a:path w="153211" h="105079">
                  <a:moveTo>
                    <a:pt x="0" y="0"/>
                  </a:moveTo>
                  <a:lnTo>
                    <a:pt x="0" y="105079"/>
                  </a:lnTo>
                  <a:lnTo>
                    <a:pt x="153211" y="10507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454291" y="550212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667648" y="4981935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694322" y="53830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694322" y="5565848"/>
              <a:ext cx="0" cy="171367"/>
            </a:xfrm>
            <a:custGeom>
              <a:avLst/>
              <a:pathLst>
                <a:path w="0" h="171367">
                  <a:moveTo>
                    <a:pt x="0" y="0"/>
                  </a:moveTo>
                  <a:lnTo>
                    <a:pt x="0" y="17136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3617717" y="5383032"/>
              <a:ext cx="153211" cy="182816"/>
            </a:xfrm>
            <a:custGeom>
              <a:avLst/>
              <a:pathLst>
                <a:path w="153211" h="182816">
                  <a:moveTo>
                    <a:pt x="0" y="0"/>
                  </a:moveTo>
                  <a:lnTo>
                    <a:pt x="0" y="182816"/>
                  </a:lnTo>
                  <a:lnTo>
                    <a:pt x="153211" y="182816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617717" y="5508283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916094" y="3734559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4069744" y="1075558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069744" y="2968732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069744" y="249112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069744" y="201350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069744" y="1535897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069744" y="320753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069744" y="272992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069744" y="2252314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069744" y="177470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069744" y="1297091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314881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723444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132007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540570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949133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357696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766259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233169" y="3004505"/>
              <a:ext cx="0" cy="42364"/>
            </a:xfrm>
            <a:custGeom>
              <a:avLst/>
              <a:pathLst>
                <a:path w="0" h="42364">
                  <a:moveTo>
                    <a:pt x="0" y="4236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233169" y="3103968"/>
              <a:ext cx="0" cy="14734"/>
            </a:xfrm>
            <a:custGeom>
              <a:avLst/>
              <a:pathLst>
                <a:path w="0" h="14734">
                  <a:moveTo>
                    <a:pt x="0" y="0"/>
                  </a:moveTo>
                  <a:lnTo>
                    <a:pt x="0" y="147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4156563" y="3046869"/>
              <a:ext cx="153211" cy="57098"/>
            </a:xfrm>
            <a:custGeom>
              <a:avLst/>
              <a:pathLst>
                <a:path w="153211" h="57098">
                  <a:moveTo>
                    <a:pt x="0" y="0"/>
                  </a:moveTo>
                  <a:lnTo>
                    <a:pt x="0" y="57098"/>
                  </a:lnTo>
                  <a:lnTo>
                    <a:pt x="153211" y="57098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156563" y="3089234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396594" y="2953831"/>
              <a:ext cx="0" cy="8811"/>
            </a:xfrm>
            <a:custGeom>
              <a:avLst/>
              <a:pathLst>
                <a:path w="0" h="8811">
                  <a:moveTo>
                    <a:pt x="0" y="8811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396594" y="2977066"/>
              <a:ext cx="0" cy="5611"/>
            </a:xfrm>
            <a:custGeom>
              <a:avLst/>
              <a:pathLst>
                <a:path w="0" h="5611">
                  <a:moveTo>
                    <a:pt x="0" y="0"/>
                  </a:moveTo>
                  <a:lnTo>
                    <a:pt x="0" y="561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4319988" y="2962643"/>
              <a:ext cx="153211" cy="14423"/>
            </a:xfrm>
            <a:custGeom>
              <a:avLst/>
              <a:pathLst>
                <a:path w="153211" h="14423">
                  <a:moveTo>
                    <a:pt x="0" y="0"/>
                  </a:moveTo>
                  <a:lnTo>
                    <a:pt x="0" y="14423"/>
                  </a:lnTo>
                  <a:lnTo>
                    <a:pt x="153211" y="14423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319988" y="2971454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641732" y="2405771"/>
              <a:ext cx="0" cy="74053"/>
            </a:xfrm>
            <a:custGeom>
              <a:avLst/>
              <a:pathLst>
                <a:path w="0" h="74053">
                  <a:moveTo>
                    <a:pt x="0" y="7405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641732" y="3145842"/>
              <a:ext cx="0" cy="83952"/>
            </a:xfrm>
            <a:custGeom>
              <a:avLst/>
              <a:pathLst>
                <a:path w="0" h="83952">
                  <a:moveTo>
                    <a:pt x="0" y="0"/>
                  </a:moveTo>
                  <a:lnTo>
                    <a:pt x="0" y="8395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4565126" y="2479825"/>
              <a:ext cx="153211" cy="666017"/>
            </a:xfrm>
            <a:custGeom>
              <a:avLst/>
              <a:pathLst>
                <a:path w="153211" h="666017">
                  <a:moveTo>
                    <a:pt x="0" y="0"/>
                  </a:moveTo>
                  <a:lnTo>
                    <a:pt x="0" y="666017"/>
                  </a:lnTo>
                  <a:lnTo>
                    <a:pt x="153211" y="66601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565126" y="2865831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805157" y="2496852"/>
              <a:ext cx="0" cy="243152"/>
            </a:xfrm>
            <a:custGeom>
              <a:avLst/>
              <a:pathLst>
                <a:path w="0" h="243152">
                  <a:moveTo>
                    <a:pt x="0" y="24315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805157" y="3111180"/>
              <a:ext cx="0" cy="206399"/>
            </a:xfrm>
            <a:custGeom>
              <a:avLst/>
              <a:pathLst>
                <a:path w="0" h="206399">
                  <a:moveTo>
                    <a:pt x="0" y="0"/>
                  </a:moveTo>
                  <a:lnTo>
                    <a:pt x="0" y="2063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4728551" y="2740004"/>
              <a:ext cx="153211" cy="371176"/>
            </a:xfrm>
            <a:custGeom>
              <a:avLst/>
              <a:pathLst>
                <a:path w="153211" h="371176">
                  <a:moveTo>
                    <a:pt x="0" y="0"/>
                  </a:moveTo>
                  <a:lnTo>
                    <a:pt x="0" y="371176"/>
                  </a:lnTo>
                  <a:lnTo>
                    <a:pt x="153211" y="371176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728551" y="3023204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050295" y="1792183"/>
              <a:ext cx="0" cy="158089"/>
            </a:xfrm>
            <a:custGeom>
              <a:avLst/>
              <a:pathLst>
                <a:path w="0" h="158089">
                  <a:moveTo>
                    <a:pt x="0" y="15808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050295" y="3242260"/>
              <a:ext cx="0" cy="39594"/>
            </a:xfrm>
            <a:custGeom>
              <a:avLst/>
              <a:pathLst>
                <a:path w="0" h="39594">
                  <a:moveTo>
                    <a:pt x="0" y="0"/>
                  </a:moveTo>
                  <a:lnTo>
                    <a:pt x="0" y="3959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4973689" y="1950273"/>
              <a:ext cx="153211" cy="1291987"/>
            </a:xfrm>
            <a:custGeom>
              <a:avLst/>
              <a:pathLst>
                <a:path w="153211" h="1291987">
                  <a:moveTo>
                    <a:pt x="0" y="0"/>
                  </a:moveTo>
                  <a:lnTo>
                    <a:pt x="0" y="1291987"/>
                  </a:lnTo>
                  <a:lnTo>
                    <a:pt x="153211" y="129198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973689" y="214313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213720" y="1653294"/>
              <a:ext cx="0" cy="474172"/>
            </a:xfrm>
            <a:custGeom>
              <a:avLst/>
              <a:pathLst>
                <a:path w="0" h="474172">
                  <a:moveTo>
                    <a:pt x="0" y="4741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13720" y="3053508"/>
              <a:ext cx="0" cy="262256"/>
            </a:xfrm>
            <a:custGeom>
              <a:avLst/>
              <a:pathLst>
                <a:path w="0" h="262256">
                  <a:moveTo>
                    <a:pt x="0" y="0"/>
                  </a:moveTo>
                  <a:lnTo>
                    <a:pt x="0" y="26225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137114" y="2127467"/>
              <a:ext cx="153211" cy="926041"/>
            </a:xfrm>
            <a:custGeom>
              <a:avLst/>
              <a:pathLst>
                <a:path w="153211" h="926041">
                  <a:moveTo>
                    <a:pt x="0" y="0"/>
                  </a:moveTo>
                  <a:lnTo>
                    <a:pt x="0" y="926041"/>
                  </a:lnTo>
                  <a:lnTo>
                    <a:pt x="153211" y="92604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137114" y="219996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458858" y="1491479"/>
              <a:ext cx="0" cy="383999"/>
            </a:xfrm>
            <a:custGeom>
              <a:avLst/>
              <a:pathLst>
                <a:path w="0" h="383999">
                  <a:moveTo>
                    <a:pt x="0" y="38399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458858" y="2492840"/>
              <a:ext cx="0" cy="71689"/>
            </a:xfrm>
            <a:custGeom>
              <a:avLst/>
              <a:pathLst>
                <a:path w="0" h="71689">
                  <a:moveTo>
                    <a:pt x="0" y="0"/>
                  </a:moveTo>
                  <a:lnTo>
                    <a:pt x="0" y="7168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382252" y="1875479"/>
              <a:ext cx="153211" cy="617361"/>
            </a:xfrm>
            <a:custGeom>
              <a:avLst/>
              <a:pathLst>
                <a:path w="153211" h="617361">
                  <a:moveTo>
                    <a:pt x="0" y="0"/>
                  </a:moveTo>
                  <a:lnTo>
                    <a:pt x="0" y="617361"/>
                  </a:lnTo>
                  <a:lnTo>
                    <a:pt x="153211" y="61736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382252" y="220164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622283" y="1182321"/>
              <a:ext cx="0" cy="157516"/>
            </a:xfrm>
            <a:custGeom>
              <a:avLst/>
              <a:pathLst>
                <a:path w="0" h="157516">
                  <a:moveTo>
                    <a:pt x="0" y="15751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622283" y="2474571"/>
              <a:ext cx="0" cy="119808"/>
            </a:xfrm>
            <a:custGeom>
              <a:avLst/>
              <a:pathLst>
                <a:path w="0" h="119808">
                  <a:moveTo>
                    <a:pt x="0" y="0"/>
                  </a:moveTo>
                  <a:lnTo>
                    <a:pt x="0" y="11980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677" y="1339837"/>
              <a:ext cx="153211" cy="1134734"/>
            </a:xfrm>
            <a:custGeom>
              <a:avLst/>
              <a:pathLst>
                <a:path w="153211" h="1134734">
                  <a:moveTo>
                    <a:pt x="0" y="0"/>
                  </a:moveTo>
                  <a:lnTo>
                    <a:pt x="0" y="1134734"/>
                  </a:lnTo>
                  <a:lnTo>
                    <a:pt x="153211" y="1134734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545677" y="183380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4069744" y="1075558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223393" y="1075558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223393" y="311652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223393" y="2439552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223393" y="1762584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223393" y="108561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7223393" y="277803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223393" y="210106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223393" y="142410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468531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7877094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285657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694220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102783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511346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9919909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386819" y="2944435"/>
              <a:ext cx="0" cy="39247"/>
            </a:xfrm>
            <a:custGeom>
              <a:avLst/>
              <a:pathLst>
                <a:path w="0" h="39247">
                  <a:moveTo>
                    <a:pt x="0" y="3924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386819" y="3039600"/>
              <a:ext cx="0" cy="16670"/>
            </a:xfrm>
            <a:custGeom>
              <a:avLst/>
              <a:pathLst>
                <a:path w="0" h="16670">
                  <a:moveTo>
                    <a:pt x="0" y="0"/>
                  </a:moveTo>
                  <a:lnTo>
                    <a:pt x="0" y="1667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7310213" y="2983682"/>
              <a:ext cx="153211" cy="55917"/>
            </a:xfrm>
            <a:custGeom>
              <a:avLst/>
              <a:pathLst>
                <a:path w="153211" h="55917">
                  <a:moveTo>
                    <a:pt x="0" y="0"/>
                  </a:moveTo>
                  <a:lnTo>
                    <a:pt x="0" y="55917"/>
                  </a:lnTo>
                  <a:lnTo>
                    <a:pt x="153211" y="5591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7310213" y="3022929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550244" y="2660650"/>
              <a:ext cx="0" cy="208286"/>
            </a:xfrm>
            <a:custGeom>
              <a:avLst/>
              <a:pathLst>
                <a:path w="0" h="208286">
                  <a:moveTo>
                    <a:pt x="0" y="20828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550244" y="3132006"/>
              <a:ext cx="0" cy="54783"/>
            </a:xfrm>
            <a:custGeom>
              <a:avLst/>
              <a:pathLst>
                <a:path w="0" h="54783">
                  <a:moveTo>
                    <a:pt x="0" y="0"/>
                  </a:moveTo>
                  <a:lnTo>
                    <a:pt x="0" y="5478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7473638" y="2868936"/>
              <a:ext cx="153211" cy="263069"/>
            </a:xfrm>
            <a:custGeom>
              <a:avLst/>
              <a:pathLst>
                <a:path w="153211" h="263069">
                  <a:moveTo>
                    <a:pt x="0" y="0"/>
                  </a:moveTo>
                  <a:lnTo>
                    <a:pt x="0" y="263069"/>
                  </a:lnTo>
                  <a:lnTo>
                    <a:pt x="153211" y="26306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473638" y="307722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795382" y="2845225"/>
              <a:ext cx="0" cy="76937"/>
            </a:xfrm>
            <a:custGeom>
              <a:avLst/>
              <a:pathLst>
                <a:path w="0" h="76937">
                  <a:moveTo>
                    <a:pt x="0" y="7693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795382" y="3100298"/>
              <a:ext cx="0" cy="61307"/>
            </a:xfrm>
            <a:custGeom>
              <a:avLst/>
              <a:pathLst>
                <a:path w="0" h="61307">
                  <a:moveTo>
                    <a:pt x="0" y="0"/>
                  </a:moveTo>
                  <a:lnTo>
                    <a:pt x="0" y="6130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7718776" y="2922163"/>
              <a:ext cx="153211" cy="178135"/>
            </a:xfrm>
            <a:custGeom>
              <a:avLst/>
              <a:pathLst>
                <a:path w="153211" h="178135">
                  <a:moveTo>
                    <a:pt x="0" y="0"/>
                  </a:moveTo>
                  <a:lnTo>
                    <a:pt x="0" y="178135"/>
                  </a:lnTo>
                  <a:lnTo>
                    <a:pt x="153211" y="178135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718776" y="305017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958807" y="2677608"/>
              <a:ext cx="0" cy="229179"/>
            </a:xfrm>
            <a:custGeom>
              <a:avLst/>
              <a:pathLst>
                <a:path w="0" h="229179">
                  <a:moveTo>
                    <a:pt x="0" y="22917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958807" y="3208588"/>
              <a:ext cx="0" cy="10797"/>
            </a:xfrm>
            <a:custGeom>
              <a:avLst/>
              <a:pathLst>
                <a:path w="0" h="10797">
                  <a:moveTo>
                    <a:pt x="0" y="0"/>
                  </a:moveTo>
                  <a:lnTo>
                    <a:pt x="0" y="1079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7882201" y="2906787"/>
              <a:ext cx="153211" cy="301800"/>
            </a:xfrm>
            <a:custGeom>
              <a:avLst/>
              <a:pathLst>
                <a:path w="153211" h="301800">
                  <a:moveTo>
                    <a:pt x="0" y="0"/>
                  </a:moveTo>
                  <a:lnTo>
                    <a:pt x="0" y="301800"/>
                  </a:lnTo>
                  <a:lnTo>
                    <a:pt x="153211" y="301800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7882201" y="300250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203945" y="2529961"/>
              <a:ext cx="0" cy="138118"/>
            </a:xfrm>
            <a:custGeom>
              <a:avLst/>
              <a:pathLst>
                <a:path w="0" h="138118">
                  <a:moveTo>
                    <a:pt x="0" y="1381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203945" y="3105579"/>
              <a:ext cx="0" cy="97999"/>
            </a:xfrm>
            <a:custGeom>
              <a:avLst/>
              <a:pathLst>
                <a:path w="0" h="97999">
                  <a:moveTo>
                    <a:pt x="0" y="0"/>
                  </a:moveTo>
                  <a:lnTo>
                    <a:pt x="0" y="979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8127339" y="2668080"/>
              <a:ext cx="153211" cy="437499"/>
            </a:xfrm>
            <a:custGeom>
              <a:avLst/>
              <a:pathLst>
                <a:path w="153211" h="437499">
                  <a:moveTo>
                    <a:pt x="0" y="0"/>
                  </a:moveTo>
                  <a:lnTo>
                    <a:pt x="0" y="437499"/>
                  </a:lnTo>
                  <a:lnTo>
                    <a:pt x="153211" y="43749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127339" y="281951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367370" y="2232061"/>
              <a:ext cx="0" cy="334963"/>
            </a:xfrm>
            <a:custGeom>
              <a:avLst/>
              <a:pathLst>
                <a:path w="0" h="334963">
                  <a:moveTo>
                    <a:pt x="0" y="33496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367370" y="3108278"/>
              <a:ext cx="0" cy="168311"/>
            </a:xfrm>
            <a:custGeom>
              <a:avLst/>
              <a:pathLst>
                <a:path w="0" h="168311">
                  <a:moveTo>
                    <a:pt x="0" y="0"/>
                  </a:moveTo>
                  <a:lnTo>
                    <a:pt x="0" y="16831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8290764" y="2567025"/>
              <a:ext cx="153211" cy="541252"/>
            </a:xfrm>
            <a:custGeom>
              <a:avLst/>
              <a:pathLst>
                <a:path w="153211" h="541252">
                  <a:moveTo>
                    <a:pt x="0" y="0"/>
                  </a:moveTo>
                  <a:lnTo>
                    <a:pt x="0" y="541252"/>
                  </a:lnTo>
                  <a:lnTo>
                    <a:pt x="153211" y="54125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290764" y="283666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8612508" y="1473282"/>
              <a:ext cx="0" cy="620102"/>
            </a:xfrm>
            <a:custGeom>
              <a:avLst/>
              <a:pathLst>
                <a:path w="0" h="620102">
                  <a:moveTo>
                    <a:pt x="0" y="62010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8612508" y="2902260"/>
              <a:ext cx="0" cy="415319"/>
            </a:xfrm>
            <a:custGeom>
              <a:avLst/>
              <a:pathLst>
                <a:path w="0" h="415319">
                  <a:moveTo>
                    <a:pt x="0" y="0"/>
                  </a:moveTo>
                  <a:lnTo>
                    <a:pt x="0" y="41531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8535902" y="2093384"/>
              <a:ext cx="153211" cy="808875"/>
            </a:xfrm>
            <a:custGeom>
              <a:avLst/>
              <a:pathLst>
                <a:path w="153211" h="808875">
                  <a:moveTo>
                    <a:pt x="0" y="0"/>
                  </a:moveTo>
                  <a:lnTo>
                    <a:pt x="0" y="808875"/>
                  </a:lnTo>
                  <a:lnTo>
                    <a:pt x="153211" y="808875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8535902" y="250450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775933" y="1501240"/>
              <a:ext cx="0" cy="900232"/>
            </a:xfrm>
            <a:custGeom>
              <a:avLst/>
              <a:pathLst>
                <a:path w="0" h="900232">
                  <a:moveTo>
                    <a:pt x="0" y="90023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8775933" y="3298557"/>
              <a:ext cx="0" cy="3249"/>
            </a:xfrm>
            <a:custGeom>
              <a:avLst/>
              <a:pathLst>
                <a:path w="0" h="3249">
                  <a:moveTo>
                    <a:pt x="0" y="0"/>
                  </a:moveTo>
                  <a:lnTo>
                    <a:pt x="0" y="324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8699327" y="2401473"/>
              <a:ext cx="153211" cy="897084"/>
            </a:xfrm>
            <a:custGeom>
              <a:avLst/>
              <a:pathLst>
                <a:path w="153211" h="897084">
                  <a:moveTo>
                    <a:pt x="0" y="0"/>
                  </a:moveTo>
                  <a:lnTo>
                    <a:pt x="0" y="897084"/>
                  </a:lnTo>
                  <a:lnTo>
                    <a:pt x="153211" y="897084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699327" y="259451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021071" y="1182321"/>
              <a:ext cx="0" cy="409616"/>
            </a:xfrm>
            <a:custGeom>
              <a:avLst/>
              <a:pathLst>
                <a:path w="0" h="409616">
                  <a:moveTo>
                    <a:pt x="0" y="40961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021071" y="2794080"/>
              <a:ext cx="0" cy="168937"/>
            </a:xfrm>
            <a:custGeom>
              <a:avLst/>
              <a:pathLst>
                <a:path w="0" h="168937">
                  <a:moveTo>
                    <a:pt x="0" y="0"/>
                  </a:moveTo>
                  <a:lnTo>
                    <a:pt x="0" y="16893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8944465" y="1591937"/>
              <a:ext cx="153211" cy="1202143"/>
            </a:xfrm>
            <a:custGeom>
              <a:avLst/>
              <a:pathLst>
                <a:path w="153211" h="1202143">
                  <a:moveTo>
                    <a:pt x="0" y="0"/>
                  </a:moveTo>
                  <a:lnTo>
                    <a:pt x="0" y="1202143"/>
                  </a:lnTo>
                  <a:lnTo>
                    <a:pt x="153211" y="1202143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8944465" y="248040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9184496" y="1320896"/>
              <a:ext cx="0" cy="601943"/>
            </a:xfrm>
            <a:custGeom>
              <a:avLst/>
              <a:pathLst>
                <a:path w="0" h="601943">
                  <a:moveTo>
                    <a:pt x="0" y="60194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9184496" y="2767882"/>
              <a:ext cx="0" cy="310288"/>
            </a:xfrm>
            <a:custGeom>
              <a:avLst/>
              <a:pathLst>
                <a:path w="0" h="310288">
                  <a:moveTo>
                    <a:pt x="0" y="0"/>
                  </a:moveTo>
                  <a:lnTo>
                    <a:pt x="0" y="31028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9107890" y="1922839"/>
              <a:ext cx="153211" cy="845042"/>
            </a:xfrm>
            <a:custGeom>
              <a:avLst/>
              <a:pathLst>
                <a:path w="153211" h="845042">
                  <a:moveTo>
                    <a:pt x="0" y="0"/>
                  </a:moveTo>
                  <a:lnTo>
                    <a:pt x="0" y="845042"/>
                  </a:lnTo>
                  <a:lnTo>
                    <a:pt x="153211" y="84504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9107890" y="2556126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511346" y="2354796"/>
              <a:ext cx="0" cy="114136"/>
            </a:xfrm>
            <a:custGeom>
              <a:avLst/>
              <a:pathLst>
                <a:path w="0" h="114136">
                  <a:moveTo>
                    <a:pt x="0" y="11413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9511346" y="2589094"/>
              <a:ext cx="0" cy="6025"/>
            </a:xfrm>
            <a:custGeom>
              <a:avLst/>
              <a:pathLst>
                <a:path w="0" h="6025">
                  <a:moveTo>
                    <a:pt x="0" y="0"/>
                  </a:moveTo>
                  <a:lnTo>
                    <a:pt x="0" y="602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9358135" y="2468932"/>
              <a:ext cx="306422" cy="120161"/>
            </a:xfrm>
            <a:custGeom>
              <a:avLst/>
              <a:pathLst>
                <a:path w="306422" h="120161">
                  <a:moveTo>
                    <a:pt x="0" y="0"/>
                  </a:moveTo>
                  <a:lnTo>
                    <a:pt x="0" y="120161"/>
                  </a:lnTo>
                  <a:lnTo>
                    <a:pt x="306422" y="120161"/>
                  </a:lnTo>
                  <a:lnTo>
                    <a:pt x="306422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9358135" y="2583069"/>
              <a:ext cx="306422" cy="0"/>
            </a:xfrm>
            <a:custGeom>
              <a:avLst/>
              <a:pathLst>
                <a:path w="306422" h="0">
                  <a:moveTo>
                    <a:pt x="0" y="0"/>
                  </a:moveTo>
                  <a:lnTo>
                    <a:pt x="306422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7223393" y="1075558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916094" y="3500258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2312443" y="3573792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234" name="rc234"/>
            <p:cNvSpPr/>
            <p:nvPr/>
          </p:nvSpPr>
          <p:spPr>
            <a:xfrm>
              <a:off x="916094" y="841256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tx235"/>
            <p:cNvSpPr/>
            <p:nvPr/>
          </p:nvSpPr>
          <p:spPr>
            <a:xfrm>
              <a:off x="2312443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236" name="rc236"/>
            <p:cNvSpPr/>
            <p:nvPr/>
          </p:nvSpPr>
          <p:spPr>
            <a:xfrm>
              <a:off x="4069744" y="841256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tx237"/>
            <p:cNvSpPr/>
            <p:nvPr/>
          </p:nvSpPr>
          <p:spPr>
            <a:xfrm>
              <a:off x="5466093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238" name="rc238"/>
            <p:cNvSpPr/>
            <p:nvPr/>
          </p:nvSpPr>
          <p:spPr>
            <a:xfrm>
              <a:off x="7223393" y="841256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8619742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240" name="pl240"/>
            <p:cNvSpPr/>
            <p:nvPr/>
          </p:nvSpPr>
          <p:spPr>
            <a:xfrm>
              <a:off x="1161232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569795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978358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2386921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2795484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3204047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612610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tx247"/>
            <p:cNvSpPr/>
            <p:nvPr/>
          </p:nvSpPr>
          <p:spPr>
            <a:xfrm>
              <a:off x="1127353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535916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1944479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2353042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2761605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3170168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3578731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54" name="pl254"/>
            <p:cNvSpPr/>
            <p:nvPr/>
          </p:nvSpPr>
          <p:spPr>
            <a:xfrm>
              <a:off x="431488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472344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13200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540570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949133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6357696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6766259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tx261"/>
            <p:cNvSpPr/>
            <p:nvPr/>
          </p:nvSpPr>
          <p:spPr>
            <a:xfrm>
              <a:off x="4281003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468956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509812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550669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915255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6323818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6732381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68" name="pl268"/>
            <p:cNvSpPr/>
            <p:nvPr/>
          </p:nvSpPr>
          <p:spPr>
            <a:xfrm>
              <a:off x="746853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7709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828565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8694220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9102783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9511346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9919909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tx275"/>
            <p:cNvSpPr/>
            <p:nvPr/>
          </p:nvSpPr>
          <p:spPr>
            <a:xfrm>
              <a:off x="7434653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84321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825177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866034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9068905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9477468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9886031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7087313" y="273441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7087313" y="205745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7087313" y="138048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5" name="pl285"/>
            <p:cNvSpPr/>
            <p:nvPr/>
          </p:nvSpPr>
          <p:spPr>
            <a:xfrm>
              <a:off x="7185436" y="277803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185436" y="210106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185436" y="142410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tx288"/>
            <p:cNvSpPr/>
            <p:nvPr/>
          </p:nvSpPr>
          <p:spPr>
            <a:xfrm>
              <a:off x="3933663" y="316392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3933663" y="268630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3933663" y="220869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3933663" y="173108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3933663" y="125347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93" name="pl293"/>
            <p:cNvSpPr/>
            <p:nvPr/>
          </p:nvSpPr>
          <p:spPr>
            <a:xfrm>
              <a:off x="4031786" y="32075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031786" y="27299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031786" y="225231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4031786" y="177470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4031786" y="12970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tx298"/>
            <p:cNvSpPr/>
            <p:nvPr/>
          </p:nvSpPr>
          <p:spPr>
            <a:xfrm>
              <a:off x="780013" y="286771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780013" y="228115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712256" y="169459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712256" y="1108042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302" name="pl302"/>
            <p:cNvSpPr/>
            <p:nvPr/>
          </p:nvSpPr>
          <p:spPr>
            <a:xfrm>
              <a:off x="878136" y="29113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878136" y="232477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878136" y="173821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878136" y="115165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6"/>
            <p:cNvSpPr/>
            <p:nvPr/>
          </p:nvSpPr>
          <p:spPr>
            <a:xfrm>
              <a:off x="780013" y="599895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780013" y="538793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80013" y="477692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780013" y="416590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10" name="pl310"/>
            <p:cNvSpPr/>
            <p:nvPr/>
          </p:nvSpPr>
          <p:spPr>
            <a:xfrm>
              <a:off x="878136" y="604257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878136" y="543155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878136" y="48205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878136" y="42095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4676462" y="6302463"/>
              <a:ext cx="172821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 order (bottom to top)</a:t>
              </a:r>
            </a:p>
          </p:txBody>
        </p:sp>
        <p:sp>
          <p:nvSpPr>
            <p:cNvPr id="315" name="tx315"/>
            <p:cNvSpPr/>
            <p:nvPr/>
          </p:nvSpPr>
          <p:spPr>
            <a:xfrm rot="-5400000">
              <a:off x="-166263" y="3524861"/>
              <a:ext cx="150793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316" name="rc316"/>
            <p:cNvSpPr/>
            <p:nvPr/>
          </p:nvSpPr>
          <p:spPr>
            <a:xfrm>
              <a:off x="4492791" y="6595477"/>
              <a:ext cx="2095559" cy="371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tx317"/>
            <p:cNvSpPr/>
            <p:nvPr/>
          </p:nvSpPr>
          <p:spPr>
            <a:xfrm>
              <a:off x="4568706" y="6726531"/>
              <a:ext cx="46305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318" name="rc318"/>
            <p:cNvSpPr/>
            <p:nvPr/>
          </p:nvSpPr>
          <p:spPr>
            <a:xfrm>
              <a:off x="5107673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5217401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5217401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5135105" y="6726256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5135105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217401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5217401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5851395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5961123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961123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5878827" y="6726256"/>
              <a:ext cx="164591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5878827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5961123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961123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2" name="tx332"/>
            <p:cNvSpPr/>
            <p:nvPr/>
          </p:nvSpPr>
          <p:spPr>
            <a:xfrm>
              <a:off x="5403045" y="6737503"/>
              <a:ext cx="37243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6146766" y="6737503"/>
              <a:ext cx="36566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916094" y="596085"/>
              <a:ext cx="3180374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by leaf position (V2-V5)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360012" y="457200"/>
            <a:ext cx="7978140" cy="6648450"/>
            <a:chOff x="1360012" y="457200"/>
            <a:chExt cx="7978140" cy="6648450"/>
          </a:xfrm>
        </p:grpSpPr>
        <p:sp>
          <p:nvSpPr>
            <p:cNvPr id="3" name="rc3"/>
            <p:cNvSpPr/>
            <p:nvPr/>
          </p:nvSpPr>
          <p:spPr>
            <a:xfrm>
              <a:off x="1360011" y="457200"/>
              <a:ext cx="7978139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60011" y="457200"/>
              <a:ext cx="7978139" cy="66484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80862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80862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80862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80862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862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780862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80862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780862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780862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8254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05200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22146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882540" y="2412891"/>
              <a:ext cx="0" cy="9482"/>
            </a:xfrm>
            <a:custGeom>
              <a:avLst/>
              <a:pathLst>
                <a:path w="0" h="9482">
                  <a:moveTo>
                    <a:pt x="0" y="948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882540" y="2440807"/>
              <a:ext cx="0" cy="8950"/>
            </a:xfrm>
            <a:custGeom>
              <a:avLst/>
              <a:pathLst>
                <a:path w="0" h="8950">
                  <a:moveTo>
                    <a:pt x="0" y="0"/>
                  </a:moveTo>
                  <a:lnTo>
                    <a:pt x="0" y="895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818991" y="2422374"/>
              <a:ext cx="127097" cy="18432"/>
            </a:xfrm>
            <a:custGeom>
              <a:avLst/>
              <a:pathLst>
                <a:path w="127097" h="18432">
                  <a:moveTo>
                    <a:pt x="0" y="0"/>
                  </a:moveTo>
                  <a:lnTo>
                    <a:pt x="0" y="18432"/>
                  </a:lnTo>
                  <a:lnTo>
                    <a:pt x="127097" y="18432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18991" y="243185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52002" y="2199003"/>
              <a:ext cx="0" cy="2304"/>
            </a:xfrm>
            <a:custGeom>
              <a:avLst/>
              <a:pathLst>
                <a:path w="0" h="2304">
                  <a:moveTo>
                    <a:pt x="0" y="23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2002" y="2206015"/>
              <a:ext cx="0" cy="2403"/>
            </a:xfrm>
            <a:custGeom>
              <a:avLst/>
              <a:pathLst>
                <a:path w="0" h="2403">
                  <a:moveTo>
                    <a:pt x="0" y="0"/>
                  </a:moveTo>
                  <a:lnTo>
                    <a:pt x="0" y="2403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988454" y="2201307"/>
              <a:ext cx="127097" cy="4707"/>
            </a:xfrm>
            <a:custGeom>
              <a:avLst/>
              <a:pathLst>
                <a:path w="127097" h="4707">
                  <a:moveTo>
                    <a:pt x="0" y="0"/>
                  </a:moveTo>
                  <a:lnTo>
                    <a:pt x="0" y="4707"/>
                  </a:lnTo>
                  <a:lnTo>
                    <a:pt x="127097" y="4707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88454" y="2203611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221465" y="2158110"/>
              <a:ext cx="0" cy="16112"/>
            </a:xfrm>
            <a:custGeom>
              <a:avLst/>
              <a:pathLst>
                <a:path w="0" h="16112">
                  <a:moveTo>
                    <a:pt x="0" y="161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221465" y="2211740"/>
              <a:ext cx="0" cy="21405"/>
            </a:xfrm>
            <a:custGeom>
              <a:avLst/>
              <a:pathLst>
                <a:path w="0" h="21405">
                  <a:moveTo>
                    <a:pt x="0" y="0"/>
                  </a:moveTo>
                  <a:lnTo>
                    <a:pt x="0" y="2140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157917" y="2174222"/>
              <a:ext cx="127097" cy="37517"/>
            </a:xfrm>
            <a:custGeom>
              <a:avLst/>
              <a:pathLst>
                <a:path w="127097" h="37517">
                  <a:moveTo>
                    <a:pt x="0" y="0"/>
                  </a:moveTo>
                  <a:lnTo>
                    <a:pt x="0" y="37517"/>
                  </a:lnTo>
                  <a:lnTo>
                    <a:pt x="127097" y="37517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157917" y="2190335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780862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780862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780862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80862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80862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780862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80862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80862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80862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80862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80862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8254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5200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22146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882540" y="3686252"/>
              <a:ext cx="0" cy="43222"/>
            </a:xfrm>
            <a:custGeom>
              <a:avLst/>
              <a:pathLst>
                <a:path w="0" h="43222">
                  <a:moveTo>
                    <a:pt x="0" y="432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882540" y="3785641"/>
              <a:ext cx="0" cy="12943"/>
            </a:xfrm>
            <a:custGeom>
              <a:avLst/>
              <a:pathLst>
                <a:path w="0" h="12943">
                  <a:moveTo>
                    <a:pt x="0" y="0"/>
                  </a:moveTo>
                  <a:lnTo>
                    <a:pt x="0" y="1294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18991" y="3729475"/>
              <a:ext cx="127097" cy="56166"/>
            </a:xfrm>
            <a:custGeom>
              <a:avLst/>
              <a:pathLst>
                <a:path w="127097" h="56166">
                  <a:moveTo>
                    <a:pt x="0" y="0"/>
                  </a:moveTo>
                  <a:lnTo>
                    <a:pt x="0" y="56166"/>
                  </a:lnTo>
                  <a:lnTo>
                    <a:pt x="127097" y="56166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18991" y="377269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52002" y="3332365"/>
              <a:ext cx="0" cy="148"/>
            </a:xfrm>
            <a:custGeom>
              <a:avLst/>
              <a:pathLst>
                <a:path w="0" h="148">
                  <a:moveTo>
                    <a:pt x="0" y="1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52002" y="3415865"/>
              <a:ext cx="0" cy="83202"/>
            </a:xfrm>
            <a:custGeom>
              <a:avLst/>
              <a:pathLst>
                <a:path w="0" h="83202">
                  <a:moveTo>
                    <a:pt x="0" y="0"/>
                  </a:moveTo>
                  <a:lnTo>
                    <a:pt x="0" y="83202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1988454" y="3332514"/>
              <a:ext cx="127097" cy="83350"/>
            </a:xfrm>
            <a:custGeom>
              <a:avLst/>
              <a:pathLst>
                <a:path w="127097" h="83350">
                  <a:moveTo>
                    <a:pt x="0" y="0"/>
                  </a:moveTo>
                  <a:lnTo>
                    <a:pt x="0" y="83350"/>
                  </a:lnTo>
                  <a:lnTo>
                    <a:pt x="127097" y="83350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988454" y="3332662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780862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780862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780862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780862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780862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780862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780862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780862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780862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88254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05200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22146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882540" y="5113629"/>
              <a:ext cx="0" cy="20366"/>
            </a:xfrm>
            <a:custGeom>
              <a:avLst/>
              <a:pathLst>
                <a:path w="0" h="20366">
                  <a:moveTo>
                    <a:pt x="0" y="203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882540" y="5156431"/>
              <a:ext cx="0" cy="2068"/>
            </a:xfrm>
            <a:custGeom>
              <a:avLst/>
              <a:pathLst>
                <a:path w="0" h="2068">
                  <a:moveTo>
                    <a:pt x="0" y="0"/>
                  </a:moveTo>
                  <a:lnTo>
                    <a:pt x="0" y="2068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818991" y="5133996"/>
              <a:ext cx="127097" cy="22435"/>
            </a:xfrm>
            <a:custGeom>
              <a:avLst/>
              <a:pathLst>
                <a:path w="127097" h="22435">
                  <a:moveTo>
                    <a:pt x="0" y="0"/>
                  </a:moveTo>
                  <a:lnTo>
                    <a:pt x="0" y="22435"/>
                  </a:lnTo>
                  <a:lnTo>
                    <a:pt x="127097" y="22435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18991" y="5154363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052002" y="4994759"/>
              <a:ext cx="0" cy="50194"/>
            </a:xfrm>
            <a:custGeom>
              <a:avLst/>
              <a:pathLst>
                <a:path w="0" h="50194">
                  <a:moveTo>
                    <a:pt x="0" y="501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052002" y="5095455"/>
              <a:ext cx="0" cy="306"/>
            </a:xfrm>
            <a:custGeom>
              <a:avLst/>
              <a:pathLst>
                <a:path w="0" h="306">
                  <a:moveTo>
                    <a:pt x="0" y="0"/>
                  </a:moveTo>
                  <a:lnTo>
                    <a:pt x="0" y="306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1988454" y="5044954"/>
              <a:ext cx="127097" cy="50500"/>
            </a:xfrm>
            <a:custGeom>
              <a:avLst/>
              <a:pathLst>
                <a:path w="127097" h="50500">
                  <a:moveTo>
                    <a:pt x="0" y="0"/>
                  </a:moveTo>
                  <a:lnTo>
                    <a:pt x="0" y="50500"/>
                  </a:lnTo>
                  <a:lnTo>
                    <a:pt x="127097" y="50500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988454" y="5095149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221465" y="4979496"/>
              <a:ext cx="0" cy="13238"/>
            </a:xfrm>
            <a:custGeom>
              <a:avLst/>
              <a:pathLst>
                <a:path w="0" h="13238">
                  <a:moveTo>
                    <a:pt x="0" y="132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221465" y="5019210"/>
              <a:ext cx="0" cy="13238"/>
            </a:xfrm>
            <a:custGeom>
              <a:avLst/>
              <a:pathLst>
                <a:path w="0" h="13238">
                  <a:moveTo>
                    <a:pt x="0" y="0"/>
                  </a:moveTo>
                  <a:lnTo>
                    <a:pt x="0" y="13238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157917" y="4992734"/>
              <a:ext cx="127097" cy="26476"/>
            </a:xfrm>
            <a:custGeom>
              <a:avLst/>
              <a:pathLst>
                <a:path w="127097" h="26476">
                  <a:moveTo>
                    <a:pt x="0" y="0"/>
                  </a:moveTo>
                  <a:lnTo>
                    <a:pt x="0" y="26476"/>
                  </a:lnTo>
                  <a:lnTo>
                    <a:pt x="127097" y="26476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157917" y="5005972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780862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780862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780862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780862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780862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780862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780862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780862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780862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780862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88254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05200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22146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882540" y="6453268"/>
              <a:ext cx="0" cy="519"/>
            </a:xfrm>
            <a:custGeom>
              <a:avLst/>
              <a:pathLst>
                <a:path w="0" h="519">
                  <a:moveTo>
                    <a:pt x="0" y="51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1882540" y="6454827"/>
              <a:ext cx="0" cy="519"/>
            </a:xfrm>
            <a:custGeom>
              <a:avLst/>
              <a:pathLst>
                <a:path w="0" h="519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1818991" y="6453788"/>
              <a:ext cx="127097" cy="1039"/>
            </a:xfrm>
            <a:custGeom>
              <a:avLst/>
              <a:pathLst>
                <a:path w="127097" h="1039">
                  <a:moveTo>
                    <a:pt x="0" y="0"/>
                  </a:moveTo>
                  <a:lnTo>
                    <a:pt x="0" y="1039"/>
                  </a:lnTo>
                  <a:lnTo>
                    <a:pt x="127097" y="1039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818991" y="645430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052002" y="6129712"/>
              <a:ext cx="0" cy="6328"/>
            </a:xfrm>
            <a:custGeom>
              <a:avLst/>
              <a:pathLst>
                <a:path w="0" h="6328">
                  <a:moveTo>
                    <a:pt x="0" y="63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052002" y="6148698"/>
              <a:ext cx="0" cy="6328"/>
            </a:xfrm>
            <a:custGeom>
              <a:avLst/>
              <a:pathLst>
                <a:path w="0" h="6328">
                  <a:moveTo>
                    <a:pt x="0" y="0"/>
                  </a:moveTo>
                  <a:lnTo>
                    <a:pt x="0" y="6328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1988454" y="6136041"/>
              <a:ext cx="127097" cy="12656"/>
            </a:xfrm>
            <a:custGeom>
              <a:avLst/>
              <a:pathLst>
                <a:path w="127097" h="12656">
                  <a:moveTo>
                    <a:pt x="0" y="0"/>
                  </a:moveTo>
                  <a:lnTo>
                    <a:pt x="0" y="12656"/>
                  </a:lnTo>
                  <a:lnTo>
                    <a:pt x="127097" y="12656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988454" y="6142369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1780862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392732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392732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392732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392732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92732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92732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92732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92732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92732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7020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59931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72842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85754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470200" y="2088829"/>
              <a:ext cx="0" cy="36654"/>
            </a:xfrm>
            <a:custGeom>
              <a:avLst/>
              <a:pathLst>
                <a:path w="0" h="36654">
                  <a:moveTo>
                    <a:pt x="0" y="366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470200" y="2185212"/>
              <a:ext cx="0" cy="23074"/>
            </a:xfrm>
            <a:custGeom>
              <a:avLst/>
              <a:pathLst>
                <a:path w="0" h="23074">
                  <a:moveTo>
                    <a:pt x="0" y="0"/>
                  </a:moveTo>
                  <a:lnTo>
                    <a:pt x="0" y="2307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421783" y="2125483"/>
              <a:ext cx="96835" cy="59728"/>
            </a:xfrm>
            <a:custGeom>
              <a:avLst/>
              <a:pathLst>
                <a:path w="96835" h="59728">
                  <a:moveTo>
                    <a:pt x="0" y="0"/>
                  </a:moveTo>
                  <a:lnTo>
                    <a:pt x="0" y="59728"/>
                  </a:lnTo>
                  <a:lnTo>
                    <a:pt x="96835" y="5972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421783" y="2162137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599315" y="1686501"/>
              <a:ext cx="0" cy="20371"/>
            </a:xfrm>
            <a:custGeom>
              <a:avLst/>
              <a:pathLst>
                <a:path w="0" h="20371">
                  <a:moveTo>
                    <a:pt x="0" y="203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599315" y="1766078"/>
              <a:ext cx="0" cy="38833"/>
            </a:xfrm>
            <a:custGeom>
              <a:avLst/>
              <a:pathLst>
                <a:path w="0" h="38833">
                  <a:moveTo>
                    <a:pt x="0" y="0"/>
                  </a:moveTo>
                  <a:lnTo>
                    <a:pt x="0" y="38833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2550897" y="1706873"/>
              <a:ext cx="96835" cy="59205"/>
            </a:xfrm>
            <a:custGeom>
              <a:avLst/>
              <a:pathLst>
                <a:path w="96835" h="59205">
                  <a:moveTo>
                    <a:pt x="0" y="0"/>
                  </a:moveTo>
                  <a:lnTo>
                    <a:pt x="0" y="59205"/>
                  </a:lnTo>
                  <a:lnTo>
                    <a:pt x="96835" y="59205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550897" y="1727244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392732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392732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392732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392732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392732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392732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392732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392732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392732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392732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392732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47020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59931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72842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85754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470200" y="3805638"/>
              <a:ext cx="0" cy="3404"/>
            </a:xfrm>
            <a:custGeom>
              <a:avLst/>
              <a:pathLst>
                <a:path w="0" h="3404">
                  <a:moveTo>
                    <a:pt x="0" y="34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470200" y="3820243"/>
              <a:ext cx="0" cy="7795"/>
            </a:xfrm>
            <a:custGeom>
              <a:avLst/>
              <a:pathLst>
                <a:path w="0" h="7795">
                  <a:moveTo>
                    <a:pt x="0" y="0"/>
                  </a:moveTo>
                  <a:lnTo>
                    <a:pt x="0" y="7795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421783" y="3809042"/>
              <a:ext cx="96835" cy="11200"/>
            </a:xfrm>
            <a:custGeom>
              <a:avLst/>
              <a:pathLst>
                <a:path w="96835" h="11200">
                  <a:moveTo>
                    <a:pt x="0" y="0"/>
                  </a:moveTo>
                  <a:lnTo>
                    <a:pt x="0" y="11200"/>
                  </a:lnTo>
                  <a:lnTo>
                    <a:pt x="96835" y="1120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421783" y="3812447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599315" y="2985207"/>
              <a:ext cx="0" cy="14024"/>
            </a:xfrm>
            <a:custGeom>
              <a:avLst/>
              <a:pathLst>
                <a:path w="0" h="14024">
                  <a:moveTo>
                    <a:pt x="0" y="140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599315" y="3043954"/>
              <a:ext cx="0" cy="30697"/>
            </a:xfrm>
            <a:custGeom>
              <a:avLst/>
              <a:pathLst>
                <a:path w="0" h="30697">
                  <a:moveTo>
                    <a:pt x="0" y="0"/>
                  </a:moveTo>
                  <a:lnTo>
                    <a:pt x="0" y="30697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550897" y="2999231"/>
              <a:ext cx="96835" cy="44722"/>
            </a:xfrm>
            <a:custGeom>
              <a:avLst/>
              <a:pathLst>
                <a:path w="96835" h="44722">
                  <a:moveTo>
                    <a:pt x="0" y="0"/>
                  </a:moveTo>
                  <a:lnTo>
                    <a:pt x="0" y="44722"/>
                  </a:lnTo>
                  <a:lnTo>
                    <a:pt x="96835" y="44722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550897" y="301325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28429" y="3074840"/>
              <a:ext cx="0" cy="54463"/>
            </a:xfrm>
            <a:custGeom>
              <a:avLst/>
              <a:pathLst>
                <a:path w="0" h="54463">
                  <a:moveTo>
                    <a:pt x="0" y="544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28429" y="3196644"/>
              <a:ext cx="0" cy="12876"/>
            </a:xfrm>
            <a:custGeom>
              <a:avLst/>
              <a:pathLst>
                <a:path w="0" h="12876">
                  <a:moveTo>
                    <a:pt x="0" y="0"/>
                  </a:moveTo>
                  <a:lnTo>
                    <a:pt x="0" y="12876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680011" y="3129304"/>
              <a:ext cx="96835" cy="67340"/>
            </a:xfrm>
            <a:custGeom>
              <a:avLst/>
              <a:pathLst>
                <a:path w="96835" h="67340">
                  <a:moveTo>
                    <a:pt x="0" y="0"/>
                  </a:moveTo>
                  <a:lnTo>
                    <a:pt x="0" y="67340"/>
                  </a:lnTo>
                  <a:lnTo>
                    <a:pt x="96835" y="6734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80011" y="318376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392732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392732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392732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392732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2392732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392732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392732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392732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392732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47020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59931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72842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85754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470200" y="5156948"/>
              <a:ext cx="0" cy="10236"/>
            </a:xfrm>
            <a:custGeom>
              <a:avLst/>
              <a:pathLst>
                <a:path w="0" h="10236">
                  <a:moveTo>
                    <a:pt x="0" y="102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470200" y="5179834"/>
              <a:ext cx="0" cy="2413"/>
            </a:xfrm>
            <a:custGeom>
              <a:avLst/>
              <a:pathLst>
                <a:path w="0" h="2413">
                  <a:moveTo>
                    <a:pt x="0" y="0"/>
                  </a:moveTo>
                  <a:lnTo>
                    <a:pt x="0" y="241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421783" y="5167185"/>
              <a:ext cx="96835" cy="12649"/>
            </a:xfrm>
            <a:custGeom>
              <a:avLst/>
              <a:pathLst>
                <a:path w="96835" h="12649">
                  <a:moveTo>
                    <a:pt x="0" y="0"/>
                  </a:moveTo>
                  <a:lnTo>
                    <a:pt x="0" y="12649"/>
                  </a:lnTo>
                  <a:lnTo>
                    <a:pt x="96835" y="1264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421783" y="517742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599315" y="4954198"/>
              <a:ext cx="0" cy="50510"/>
            </a:xfrm>
            <a:custGeom>
              <a:avLst/>
              <a:pathLst>
                <a:path w="0" h="50510">
                  <a:moveTo>
                    <a:pt x="0" y="505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599315" y="5085985"/>
              <a:ext cx="0" cy="30765"/>
            </a:xfrm>
            <a:custGeom>
              <a:avLst/>
              <a:pathLst>
                <a:path w="0" h="30765">
                  <a:moveTo>
                    <a:pt x="0" y="0"/>
                  </a:moveTo>
                  <a:lnTo>
                    <a:pt x="0" y="30765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550897" y="5004708"/>
              <a:ext cx="96835" cy="81276"/>
            </a:xfrm>
            <a:custGeom>
              <a:avLst/>
              <a:pathLst>
                <a:path w="96835" h="81276">
                  <a:moveTo>
                    <a:pt x="0" y="0"/>
                  </a:moveTo>
                  <a:lnTo>
                    <a:pt x="0" y="81276"/>
                  </a:lnTo>
                  <a:lnTo>
                    <a:pt x="96835" y="81276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550897" y="505521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728429" y="4875449"/>
              <a:ext cx="0" cy="27213"/>
            </a:xfrm>
            <a:custGeom>
              <a:avLst/>
              <a:pathLst>
                <a:path w="0" h="27213">
                  <a:moveTo>
                    <a:pt x="0" y="272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728429" y="4952790"/>
              <a:ext cx="0" cy="22914"/>
            </a:xfrm>
            <a:custGeom>
              <a:avLst/>
              <a:pathLst>
                <a:path w="0" h="22914">
                  <a:moveTo>
                    <a:pt x="0" y="0"/>
                  </a:moveTo>
                  <a:lnTo>
                    <a:pt x="0" y="22914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680011" y="4902663"/>
              <a:ext cx="96835" cy="50127"/>
            </a:xfrm>
            <a:custGeom>
              <a:avLst/>
              <a:pathLst>
                <a:path w="96835" h="50127">
                  <a:moveTo>
                    <a:pt x="0" y="0"/>
                  </a:moveTo>
                  <a:lnTo>
                    <a:pt x="0" y="50127"/>
                  </a:lnTo>
                  <a:lnTo>
                    <a:pt x="96835" y="5012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0011" y="492987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57544" y="4801125"/>
              <a:ext cx="0" cy="8646"/>
            </a:xfrm>
            <a:custGeom>
              <a:avLst/>
              <a:pathLst>
                <a:path w="0" h="8646">
                  <a:moveTo>
                    <a:pt x="0" y="864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857544" y="4849481"/>
              <a:ext cx="0" cy="31062"/>
            </a:xfrm>
            <a:custGeom>
              <a:avLst/>
              <a:pathLst>
                <a:path w="0" h="31062">
                  <a:moveTo>
                    <a:pt x="0" y="0"/>
                  </a:moveTo>
                  <a:lnTo>
                    <a:pt x="0" y="31062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809126" y="4809771"/>
              <a:ext cx="96835" cy="39709"/>
            </a:xfrm>
            <a:custGeom>
              <a:avLst/>
              <a:pathLst>
                <a:path w="96835" h="39709">
                  <a:moveTo>
                    <a:pt x="0" y="0"/>
                  </a:moveTo>
                  <a:lnTo>
                    <a:pt x="0" y="39709"/>
                  </a:lnTo>
                  <a:lnTo>
                    <a:pt x="96835" y="3970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2809126" y="481841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392732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392732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392732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2392732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2392732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2392732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392732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392732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2392732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392732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247020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259931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272842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285754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2470200" y="6591226"/>
              <a:ext cx="0" cy="5293"/>
            </a:xfrm>
            <a:custGeom>
              <a:avLst/>
              <a:pathLst>
                <a:path w="0" h="5293">
                  <a:moveTo>
                    <a:pt x="0" y="52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2470200" y="6611517"/>
              <a:ext cx="0" cy="9704"/>
            </a:xfrm>
            <a:custGeom>
              <a:avLst/>
              <a:pathLst>
                <a:path w="0" h="9704">
                  <a:moveTo>
                    <a:pt x="0" y="0"/>
                  </a:moveTo>
                  <a:lnTo>
                    <a:pt x="0" y="970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421783" y="6596519"/>
              <a:ext cx="96835" cy="14997"/>
            </a:xfrm>
            <a:custGeom>
              <a:avLst/>
              <a:pathLst>
                <a:path w="96835" h="14997">
                  <a:moveTo>
                    <a:pt x="0" y="0"/>
                  </a:moveTo>
                  <a:lnTo>
                    <a:pt x="0" y="14997"/>
                  </a:lnTo>
                  <a:lnTo>
                    <a:pt x="96835" y="1499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2421783" y="6601812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2599315" y="6217253"/>
              <a:ext cx="0" cy="7573"/>
            </a:xfrm>
            <a:custGeom>
              <a:avLst/>
              <a:pathLst>
                <a:path w="0" h="7573">
                  <a:moveTo>
                    <a:pt x="0" y="757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2599315" y="6235020"/>
              <a:ext cx="0" cy="2620"/>
            </a:xfrm>
            <a:custGeom>
              <a:avLst/>
              <a:pathLst>
                <a:path w="0" h="2620">
                  <a:moveTo>
                    <a:pt x="0" y="0"/>
                  </a:moveTo>
                  <a:lnTo>
                    <a:pt x="0" y="262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550897" y="6224826"/>
              <a:ext cx="96835" cy="10193"/>
            </a:xfrm>
            <a:custGeom>
              <a:avLst/>
              <a:pathLst>
                <a:path w="96835" h="10193">
                  <a:moveTo>
                    <a:pt x="0" y="0"/>
                  </a:moveTo>
                  <a:lnTo>
                    <a:pt x="0" y="10193"/>
                  </a:lnTo>
                  <a:lnTo>
                    <a:pt x="96835" y="1019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2550897" y="623239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2728429" y="5854391"/>
              <a:ext cx="0" cy="76298"/>
            </a:xfrm>
            <a:custGeom>
              <a:avLst/>
              <a:pathLst>
                <a:path w="0" h="76298">
                  <a:moveTo>
                    <a:pt x="0" y="7629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728429" y="6023357"/>
              <a:ext cx="0" cy="16369"/>
            </a:xfrm>
            <a:custGeom>
              <a:avLst/>
              <a:pathLst>
                <a:path w="0" h="16369">
                  <a:moveTo>
                    <a:pt x="0" y="0"/>
                  </a:moveTo>
                  <a:lnTo>
                    <a:pt x="0" y="16369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2680011" y="5930690"/>
              <a:ext cx="96835" cy="92667"/>
            </a:xfrm>
            <a:custGeom>
              <a:avLst/>
              <a:pathLst>
                <a:path w="96835" h="92667">
                  <a:moveTo>
                    <a:pt x="0" y="0"/>
                  </a:moveTo>
                  <a:lnTo>
                    <a:pt x="0" y="92667"/>
                  </a:lnTo>
                  <a:lnTo>
                    <a:pt x="96835" y="9266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2680011" y="600698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2392732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004602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004602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004602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004602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004602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004602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004602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004602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004602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06717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17145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27574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38002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48431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3004602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3004602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004602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004602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004602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004602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3004602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3004602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004602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3004602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3004602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06717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17145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327574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338002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348431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067172" y="3334040"/>
              <a:ext cx="0" cy="31724"/>
            </a:xfrm>
            <a:custGeom>
              <a:avLst/>
              <a:pathLst>
                <a:path w="0" h="31724">
                  <a:moveTo>
                    <a:pt x="0" y="317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067172" y="3409839"/>
              <a:ext cx="0" cy="12349"/>
            </a:xfrm>
            <a:custGeom>
              <a:avLst/>
              <a:pathLst>
                <a:path w="0" h="12349">
                  <a:moveTo>
                    <a:pt x="0" y="0"/>
                  </a:moveTo>
                  <a:lnTo>
                    <a:pt x="0" y="1234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3028066" y="3365765"/>
              <a:ext cx="78213" cy="44073"/>
            </a:xfrm>
            <a:custGeom>
              <a:avLst/>
              <a:pathLst>
                <a:path w="78213" h="44073">
                  <a:moveTo>
                    <a:pt x="0" y="0"/>
                  </a:moveTo>
                  <a:lnTo>
                    <a:pt x="0" y="44073"/>
                  </a:lnTo>
                  <a:lnTo>
                    <a:pt x="78213" y="4407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028066" y="3397489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171457" y="2815073"/>
              <a:ext cx="0" cy="97402"/>
            </a:xfrm>
            <a:custGeom>
              <a:avLst/>
              <a:pathLst>
                <a:path w="0" h="97402">
                  <a:moveTo>
                    <a:pt x="0" y="974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171457" y="3054790"/>
              <a:ext cx="0" cy="44911"/>
            </a:xfrm>
            <a:custGeom>
              <a:avLst/>
              <a:pathLst>
                <a:path w="0" h="44911">
                  <a:moveTo>
                    <a:pt x="0" y="0"/>
                  </a:moveTo>
                  <a:lnTo>
                    <a:pt x="0" y="4491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3132350" y="2912476"/>
              <a:ext cx="78213" cy="142314"/>
            </a:xfrm>
            <a:custGeom>
              <a:avLst/>
              <a:pathLst>
                <a:path w="78213" h="142314">
                  <a:moveTo>
                    <a:pt x="0" y="0"/>
                  </a:moveTo>
                  <a:lnTo>
                    <a:pt x="0" y="142314"/>
                  </a:lnTo>
                  <a:lnTo>
                    <a:pt x="78213" y="142314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132350" y="300987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004602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004602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3004602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004602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3004602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3004602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3004602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004602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3004602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06717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317145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327574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338002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48431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3067172" y="5216029"/>
              <a:ext cx="0" cy="5764"/>
            </a:xfrm>
            <a:custGeom>
              <a:avLst/>
              <a:pathLst>
                <a:path w="0" h="5764">
                  <a:moveTo>
                    <a:pt x="0" y="57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3067172" y="5237152"/>
              <a:ext cx="0" cy="9594"/>
            </a:xfrm>
            <a:custGeom>
              <a:avLst/>
              <a:pathLst>
                <a:path w="0" h="9594">
                  <a:moveTo>
                    <a:pt x="0" y="0"/>
                  </a:moveTo>
                  <a:lnTo>
                    <a:pt x="0" y="959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028066" y="5221793"/>
              <a:ext cx="78213" cy="15359"/>
            </a:xfrm>
            <a:custGeom>
              <a:avLst/>
              <a:pathLst>
                <a:path w="78213" h="15359">
                  <a:moveTo>
                    <a:pt x="0" y="0"/>
                  </a:moveTo>
                  <a:lnTo>
                    <a:pt x="0" y="15359"/>
                  </a:lnTo>
                  <a:lnTo>
                    <a:pt x="78213" y="1535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028066" y="522755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171457" y="4984878"/>
              <a:ext cx="0" cy="5304"/>
            </a:xfrm>
            <a:custGeom>
              <a:avLst/>
              <a:pathLst>
                <a:path w="0" h="5304">
                  <a:moveTo>
                    <a:pt x="0" y="53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171457" y="5011765"/>
              <a:ext cx="0" cy="16278"/>
            </a:xfrm>
            <a:custGeom>
              <a:avLst/>
              <a:pathLst>
                <a:path w="0" h="16278">
                  <a:moveTo>
                    <a:pt x="0" y="0"/>
                  </a:moveTo>
                  <a:lnTo>
                    <a:pt x="0" y="16278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132350" y="4990182"/>
              <a:ext cx="78213" cy="21583"/>
            </a:xfrm>
            <a:custGeom>
              <a:avLst/>
              <a:pathLst>
                <a:path w="78213" h="21583">
                  <a:moveTo>
                    <a:pt x="0" y="0"/>
                  </a:moveTo>
                  <a:lnTo>
                    <a:pt x="0" y="21583"/>
                  </a:lnTo>
                  <a:lnTo>
                    <a:pt x="78213" y="2158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3132350" y="4995487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3275742" y="4620742"/>
              <a:ext cx="0" cy="82990"/>
            </a:xfrm>
            <a:custGeom>
              <a:avLst/>
              <a:pathLst>
                <a:path w="0" h="82990">
                  <a:moveTo>
                    <a:pt x="0" y="8299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3275742" y="4831192"/>
              <a:ext cx="0" cy="44468"/>
            </a:xfrm>
            <a:custGeom>
              <a:avLst/>
              <a:pathLst>
                <a:path w="0" h="44468">
                  <a:moveTo>
                    <a:pt x="0" y="0"/>
                  </a:moveTo>
                  <a:lnTo>
                    <a:pt x="0" y="44468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236635" y="4703733"/>
              <a:ext cx="78213" cy="127458"/>
            </a:xfrm>
            <a:custGeom>
              <a:avLst/>
              <a:pathLst>
                <a:path w="78213" h="127458">
                  <a:moveTo>
                    <a:pt x="0" y="0"/>
                  </a:moveTo>
                  <a:lnTo>
                    <a:pt x="0" y="127458"/>
                  </a:lnTo>
                  <a:lnTo>
                    <a:pt x="78213" y="12745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3236635" y="478672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380027" y="4482435"/>
              <a:ext cx="0" cy="99460"/>
            </a:xfrm>
            <a:custGeom>
              <a:avLst/>
              <a:pathLst>
                <a:path w="0" h="99460">
                  <a:moveTo>
                    <a:pt x="0" y="9946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3380027" y="4699855"/>
              <a:ext cx="0" cy="18499"/>
            </a:xfrm>
            <a:custGeom>
              <a:avLst/>
              <a:pathLst>
                <a:path w="0" h="18499">
                  <a:moveTo>
                    <a:pt x="0" y="0"/>
                  </a:moveTo>
                  <a:lnTo>
                    <a:pt x="0" y="18499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340920" y="4581895"/>
              <a:ext cx="78213" cy="117959"/>
            </a:xfrm>
            <a:custGeom>
              <a:avLst/>
              <a:pathLst>
                <a:path w="78213" h="117959">
                  <a:moveTo>
                    <a:pt x="0" y="0"/>
                  </a:moveTo>
                  <a:lnTo>
                    <a:pt x="0" y="117959"/>
                  </a:lnTo>
                  <a:lnTo>
                    <a:pt x="78213" y="11795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3340920" y="4681355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3484311" y="4203272"/>
              <a:ext cx="0" cy="137024"/>
            </a:xfrm>
            <a:custGeom>
              <a:avLst/>
              <a:pathLst>
                <a:path w="0" h="137024">
                  <a:moveTo>
                    <a:pt x="0" y="1370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3484311" y="4482406"/>
              <a:ext cx="0" cy="5084"/>
            </a:xfrm>
            <a:custGeom>
              <a:avLst/>
              <a:pathLst>
                <a:path w="0" h="5084">
                  <a:moveTo>
                    <a:pt x="0" y="0"/>
                  </a:moveTo>
                  <a:lnTo>
                    <a:pt x="0" y="5084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445205" y="4340297"/>
              <a:ext cx="78213" cy="142109"/>
            </a:xfrm>
            <a:custGeom>
              <a:avLst/>
              <a:pathLst>
                <a:path w="78213" h="142109">
                  <a:moveTo>
                    <a:pt x="0" y="0"/>
                  </a:moveTo>
                  <a:lnTo>
                    <a:pt x="0" y="142109"/>
                  </a:lnTo>
                  <a:lnTo>
                    <a:pt x="78213" y="14210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3445205" y="447732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004602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004602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3004602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3004602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3004602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3004602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3004602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3004602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3004602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004602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06717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17145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27574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38002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48431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067172" y="6575276"/>
              <a:ext cx="0" cy="3493"/>
            </a:xfrm>
            <a:custGeom>
              <a:avLst/>
              <a:pathLst>
                <a:path w="0" h="3493">
                  <a:moveTo>
                    <a:pt x="0" y="34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3067172" y="6583810"/>
              <a:ext cx="0" cy="1546"/>
            </a:xfrm>
            <a:custGeom>
              <a:avLst/>
              <a:pathLst>
                <a:path w="0" h="1546">
                  <a:moveTo>
                    <a:pt x="0" y="0"/>
                  </a:moveTo>
                  <a:lnTo>
                    <a:pt x="0" y="1546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028066" y="6578770"/>
              <a:ext cx="78213" cy="5039"/>
            </a:xfrm>
            <a:custGeom>
              <a:avLst/>
              <a:pathLst>
                <a:path w="78213" h="5039">
                  <a:moveTo>
                    <a:pt x="0" y="0"/>
                  </a:moveTo>
                  <a:lnTo>
                    <a:pt x="0" y="5039"/>
                  </a:lnTo>
                  <a:lnTo>
                    <a:pt x="78213" y="503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3028066" y="6582264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171457" y="6296321"/>
              <a:ext cx="0" cy="10211"/>
            </a:xfrm>
            <a:custGeom>
              <a:avLst/>
              <a:pathLst>
                <a:path w="0" h="10211">
                  <a:moveTo>
                    <a:pt x="0" y="102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171457" y="6335750"/>
              <a:ext cx="0" cy="19006"/>
            </a:xfrm>
            <a:custGeom>
              <a:avLst/>
              <a:pathLst>
                <a:path w="0" h="19006">
                  <a:moveTo>
                    <a:pt x="0" y="0"/>
                  </a:moveTo>
                  <a:lnTo>
                    <a:pt x="0" y="19006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132350" y="6306532"/>
              <a:ext cx="78213" cy="29217"/>
            </a:xfrm>
            <a:custGeom>
              <a:avLst/>
              <a:pathLst>
                <a:path w="78213" h="29217">
                  <a:moveTo>
                    <a:pt x="0" y="0"/>
                  </a:moveTo>
                  <a:lnTo>
                    <a:pt x="0" y="29217"/>
                  </a:lnTo>
                  <a:lnTo>
                    <a:pt x="78213" y="2921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132350" y="631674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275742" y="5919238"/>
              <a:ext cx="0" cy="13801"/>
            </a:xfrm>
            <a:custGeom>
              <a:avLst/>
              <a:pathLst>
                <a:path w="0" h="13801">
                  <a:moveTo>
                    <a:pt x="0" y="1380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275742" y="5963856"/>
              <a:ext cx="0" cy="17015"/>
            </a:xfrm>
            <a:custGeom>
              <a:avLst/>
              <a:pathLst>
                <a:path w="0" h="17015">
                  <a:moveTo>
                    <a:pt x="0" y="0"/>
                  </a:moveTo>
                  <a:lnTo>
                    <a:pt x="0" y="1701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236635" y="5933039"/>
              <a:ext cx="78213" cy="30816"/>
            </a:xfrm>
            <a:custGeom>
              <a:avLst/>
              <a:pathLst>
                <a:path w="78213" h="30816">
                  <a:moveTo>
                    <a:pt x="0" y="0"/>
                  </a:moveTo>
                  <a:lnTo>
                    <a:pt x="0" y="30816"/>
                  </a:lnTo>
                  <a:lnTo>
                    <a:pt x="78213" y="30816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236635" y="5946840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004602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616471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616471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616471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616471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3616471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616471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616471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616471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616471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67904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78332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388761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991896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09618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616471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616471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616471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3616471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3616471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3616471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3616471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3616471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3616471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3616471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616471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367904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378332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388761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3991896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409618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616471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616471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616471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616471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616471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616471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616471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616471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616471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67904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378332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88761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991896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409618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679042" y="4966761"/>
              <a:ext cx="0" cy="32183"/>
            </a:xfrm>
            <a:custGeom>
              <a:avLst/>
              <a:pathLst>
                <a:path w="0" h="32183">
                  <a:moveTo>
                    <a:pt x="0" y="321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679042" y="5038634"/>
              <a:ext cx="0" cy="7507"/>
            </a:xfrm>
            <a:custGeom>
              <a:avLst/>
              <a:pathLst>
                <a:path w="0" h="7507">
                  <a:moveTo>
                    <a:pt x="0" y="0"/>
                  </a:moveTo>
                  <a:lnTo>
                    <a:pt x="0" y="7507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639935" y="4998944"/>
              <a:ext cx="78213" cy="39690"/>
            </a:xfrm>
            <a:custGeom>
              <a:avLst/>
              <a:pathLst>
                <a:path w="78213" h="39690">
                  <a:moveTo>
                    <a:pt x="0" y="0"/>
                  </a:moveTo>
                  <a:lnTo>
                    <a:pt x="0" y="39690"/>
                  </a:lnTo>
                  <a:lnTo>
                    <a:pt x="78213" y="39690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639935" y="5031127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783327" y="4875813"/>
              <a:ext cx="0" cy="29272"/>
            </a:xfrm>
            <a:custGeom>
              <a:avLst/>
              <a:pathLst>
                <a:path w="0" h="29272">
                  <a:moveTo>
                    <a:pt x="0" y="292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783327" y="4953049"/>
              <a:ext cx="0" cy="18691"/>
            </a:xfrm>
            <a:custGeom>
              <a:avLst/>
              <a:pathLst>
                <a:path w="0" h="18691">
                  <a:moveTo>
                    <a:pt x="0" y="0"/>
                  </a:moveTo>
                  <a:lnTo>
                    <a:pt x="0" y="1869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744220" y="4905085"/>
              <a:ext cx="78213" cy="47963"/>
            </a:xfrm>
            <a:custGeom>
              <a:avLst/>
              <a:pathLst>
                <a:path w="78213" h="47963">
                  <a:moveTo>
                    <a:pt x="0" y="0"/>
                  </a:moveTo>
                  <a:lnTo>
                    <a:pt x="0" y="47963"/>
                  </a:lnTo>
                  <a:lnTo>
                    <a:pt x="78213" y="4796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744220" y="493435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887612" y="4350083"/>
              <a:ext cx="0" cy="211502"/>
            </a:xfrm>
            <a:custGeom>
              <a:avLst/>
              <a:pathLst>
                <a:path w="0" h="211502">
                  <a:moveTo>
                    <a:pt x="0" y="2115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887612" y="4819347"/>
              <a:ext cx="0" cy="46258"/>
            </a:xfrm>
            <a:custGeom>
              <a:avLst/>
              <a:pathLst>
                <a:path w="0" h="46258">
                  <a:moveTo>
                    <a:pt x="0" y="0"/>
                  </a:moveTo>
                  <a:lnTo>
                    <a:pt x="0" y="46258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848505" y="4561585"/>
              <a:ext cx="78213" cy="257761"/>
            </a:xfrm>
            <a:custGeom>
              <a:avLst/>
              <a:pathLst>
                <a:path w="78213" h="257761">
                  <a:moveTo>
                    <a:pt x="0" y="0"/>
                  </a:moveTo>
                  <a:lnTo>
                    <a:pt x="0" y="257761"/>
                  </a:lnTo>
                  <a:lnTo>
                    <a:pt x="78213" y="257761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848505" y="477308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3991896" y="4104798"/>
              <a:ext cx="0" cy="167886"/>
            </a:xfrm>
            <a:custGeom>
              <a:avLst/>
              <a:pathLst>
                <a:path w="0" h="167886">
                  <a:moveTo>
                    <a:pt x="0" y="1678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991896" y="4447254"/>
              <a:ext cx="0" cy="6683"/>
            </a:xfrm>
            <a:custGeom>
              <a:avLst/>
              <a:pathLst>
                <a:path w="0" h="6683">
                  <a:moveTo>
                    <a:pt x="0" y="0"/>
                  </a:moveTo>
                  <a:lnTo>
                    <a:pt x="0" y="6683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952790" y="4272684"/>
              <a:ext cx="78213" cy="174570"/>
            </a:xfrm>
            <a:custGeom>
              <a:avLst/>
              <a:pathLst>
                <a:path w="78213" h="174570">
                  <a:moveTo>
                    <a:pt x="0" y="0"/>
                  </a:moveTo>
                  <a:lnTo>
                    <a:pt x="0" y="174570"/>
                  </a:lnTo>
                  <a:lnTo>
                    <a:pt x="78213" y="174570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952790" y="444057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4096181" y="4038651"/>
              <a:ext cx="0" cy="53172"/>
            </a:xfrm>
            <a:custGeom>
              <a:avLst/>
              <a:pathLst>
                <a:path w="0" h="53172">
                  <a:moveTo>
                    <a:pt x="0" y="531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4096181" y="4167862"/>
              <a:ext cx="0" cy="22866"/>
            </a:xfrm>
            <a:custGeom>
              <a:avLst/>
              <a:pathLst>
                <a:path w="0" h="22866">
                  <a:moveTo>
                    <a:pt x="0" y="0"/>
                  </a:moveTo>
                  <a:lnTo>
                    <a:pt x="0" y="22866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057074" y="4091823"/>
              <a:ext cx="78213" cy="76038"/>
            </a:xfrm>
            <a:custGeom>
              <a:avLst/>
              <a:pathLst>
                <a:path w="78213" h="76038">
                  <a:moveTo>
                    <a:pt x="0" y="0"/>
                  </a:moveTo>
                  <a:lnTo>
                    <a:pt x="0" y="76038"/>
                  </a:lnTo>
                  <a:lnTo>
                    <a:pt x="78213" y="7603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4057074" y="414499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3616471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3616471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3616471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3616471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3616471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3616471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3616471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3616471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616471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616471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67904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378332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88761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991896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409618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3679042" y="6591296"/>
              <a:ext cx="0" cy="3869"/>
            </a:xfrm>
            <a:custGeom>
              <a:avLst/>
              <a:pathLst>
                <a:path w="0" h="3869">
                  <a:moveTo>
                    <a:pt x="0" y="386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3679042" y="6609019"/>
              <a:ext cx="0" cy="9983"/>
            </a:xfrm>
            <a:custGeom>
              <a:avLst/>
              <a:pathLst>
                <a:path w="0" h="9983">
                  <a:moveTo>
                    <a:pt x="0" y="0"/>
                  </a:moveTo>
                  <a:lnTo>
                    <a:pt x="0" y="998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639935" y="6595165"/>
              <a:ext cx="78213" cy="13853"/>
            </a:xfrm>
            <a:custGeom>
              <a:avLst/>
              <a:pathLst>
                <a:path w="78213" h="13853">
                  <a:moveTo>
                    <a:pt x="0" y="0"/>
                  </a:moveTo>
                  <a:lnTo>
                    <a:pt x="0" y="13853"/>
                  </a:lnTo>
                  <a:lnTo>
                    <a:pt x="78213" y="1385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3639935" y="6599035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783327" y="6357429"/>
              <a:ext cx="0" cy="23094"/>
            </a:xfrm>
            <a:custGeom>
              <a:avLst/>
              <a:pathLst>
                <a:path w="0" h="23094">
                  <a:moveTo>
                    <a:pt x="0" y="230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783327" y="6444961"/>
              <a:ext cx="0" cy="41341"/>
            </a:xfrm>
            <a:custGeom>
              <a:avLst/>
              <a:pathLst>
                <a:path w="0" h="41341">
                  <a:moveTo>
                    <a:pt x="0" y="0"/>
                  </a:moveTo>
                  <a:lnTo>
                    <a:pt x="0" y="4134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744220" y="6380524"/>
              <a:ext cx="78213" cy="64436"/>
            </a:xfrm>
            <a:custGeom>
              <a:avLst/>
              <a:pathLst>
                <a:path w="78213" h="64436">
                  <a:moveTo>
                    <a:pt x="0" y="0"/>
                  </a:moveTo>
                  <a:lnTo>
                    <a:pt x="0" y="64436"/>
                  </a:lnTo>
                  <a:lnTo>
                    <a:pt x="78213" y="64436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3744220" y="6403619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3887612" y="6098215"/>
              <a:ext cx="0" cy="5415"/>
            </a:xfrm>
            <a:custGeom>
              <a:avLst/>
              <a:pathLst>
                <a:path w="0" h="5415">
                  <a:moveTo>
                    <a:pt x="0" y="54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3887612" y="6110085"/>
              <a:ext cx="0" cy="1039"/>
            </a:xfrm>
            <a:custGeom>
              <a:avLst/>
              <a:pathLst>
                <a:path w="0" h="1039">
                  <a:moveTo>
                    <a:pt x="0" y="0"/>
                  </a:moveTo>
                  <a:lnTo>
                    <a:pt x="0" y="1039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848505" y="6103630"/>
              <a:ext cx="78213" cy="6455"/>
            </a:xfrm>
            <a:custGeom>
              <a:avLst/>
              <a:pathLst>
                <a:path w="78213" h="6455">
                  <a:moveTo>
                    <a:pt x="0" y="0"/>
                  </a:moveTo>
                  <a:lnTo>
                    <a:pt x="0" y="6455"/>
                  </a:lnTo>
                  <a:lnTo>
                    <a:pt x="78213" y="6455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848505" y="610904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3991896" y="5879477"/>
              <a:ext cx="0" cy="6752"/>
            </a:xfrm>
            <a:custGeom>
              <a:avLst/>
              <a:pathLst>
                <a:path w="0" h="6752">
                  <a:moveTo>
                    <a:pt x="0" y="675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3991896" y="5935118"/>
              <a:ext cx="0" cy="42136"/>
            </a:xfrm>
            <a:custGeom>
              <a:avLst/>
              <a:pathLst>
                <a:path w="0" h="42136">
                  <a:moveTo>
                    <a:pt x="0" y="0"/>
                  </a:moveTo>
                  <a:lnTo>
                    <a:pt x="0" y="42136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52790" y="5886229"/>
              <a:ext cx="78213" cy="48888"/>
            </a:xfrm>
            <a:custGeom>
              <a:avLst/>
              <a:pathLst>
                <a:path w="78213" h="48888">
                  <a:moveTo>
                    <a:pt x="0" y="0"/>
                  </a:moveTo>
                  <a:lnTo>
                    <a:pt x="0" y="48888"/>
                  </a:lnTo>
                  <a:lnTo>
                    <a:pt x="78213" y="4888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3952790" y="589298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096181" y="5437146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096181" y="5555634"/>
              <a:ext cx="0" cy="52662"/>
            </a:xfrm>
            <a:custGeom>
              <a:avLst/>
              <a:pathLst>
                <a:path w="0" h="52662">
                  <a:moveTo>
                    <a:pt x="0" y="0"/>
                  </a:moveTo>
                  <a:lnTo>
                    <a:pt x="0" y="52662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057074" y="5470059"/>
              <a:ext cx="78213" cy="85575"/>
            </a:xfrm>
            <a:custGeom>
              <a:avLst/>
              <a:pathLst>
                <a:path w="78213" h="85575">
                  <a:moveTo>
                    <a:pt x="0" y="0"/>
                  </a:moveTo>
                  <a:lnTo>
                    <a:pt x="0" y="85575"/>
                  </a:lnTo>
                  <a:lnTo>
                    <a:pt x="78213" y="85575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4057074" y="550297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3616471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4228341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228341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228341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228341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228341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4228341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228341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4228341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228341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428082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36828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445574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54321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63067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471814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4228341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4228341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228341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4228341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4228341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4228341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4228341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4228341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4228341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4228341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4228341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428082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436828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445574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454321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463067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71814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228341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228341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4228341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4228341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4228341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4228341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4228341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4228341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4228341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28082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36828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45574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54321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63067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471814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228341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228341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4228341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4228341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4228341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4228341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4228341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4228341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4228341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4228341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428082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436828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445574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454321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463067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471814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4280820" y="6449774"/>
              <a:ext cx="0" cy="3432"/>
            </a:xfrm>
            <a:custGeom>
              <a:avLst/>
              <a:pathLst>
                <a:path w="0" h="3432">
                  <a:moveTo>
                    <a:pt x="0" y="343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4280820" y="6485971"/>
              <a:ext cx="0" cy="29331"/>
            </a:xfrm>
            <a:custGeom>
              <a:avLst/>
              <a:pathLst>
                <a:path w="0" h="29331">
                  <a:moveTo>
                    <a:pt x="0" y="0"/>
                  </a:moveTo>
                  <a:lnTo>
                    <a:pt x="0" y="29331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4248020" y="6453207"/>
              <a:ext cx="65598" cy="32764"/>
            </a:xfrm>
            <a:custGeom>
              <a:avLst/>
              <a:pathLst>
                <a:path w="65598" h="32764">
                  <a:moveTo>
                    <a:pt x="0" y="0"/>
                  </a:moveTo>
                  <a:lnTo>
                    <a:pt x="0" y="32764"/>
                  </a:lnTo>
                  <a:lnTo>
                    <a:pt x="65598" y="32764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4248020" y="6456640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4368284" y="6356486"/>
              <a:ext cx="0" cy="28484"/>
            </a:xfrm>
            <a:custGeom>
              <a:avLst/>
              <a:pathLst>
                <a:path w="0" h="28484">
                  <a:moveTo>
                    <a:pt x="0" y="2848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4368284" y="6455399"/>
              <a:ext cx="0" cy="41944"/>
            </a:xfrm>
            <a:custGeom>
              <a:avLst/>
              <a:pathLst>
                <a:path w="0" h="41944">
                  <a:moveTo>
                    <a:pt x="0" y="0"/>
                  </a:moveTo>
                  <a:lnTo>
                    <a:pt x="0" y="41944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4335485" y="6384970"/>
              <a:ext cx="65598" cy="70428"/>
            </a:xfrm>
            <a:custGeom>
              <a:avLst/>
              <a:pathLst>
                <a:path w="65598" h="70428">
                  <a:moveTo>
                    <a:pt x="0" y="0"/>
                  </a:moveTo>
                  <a:lnTo>
                    <a:pt x="0" y="70428"/>
                  </a:lnTo>
                  <a:lnTo>
                    <a:pt x="65598" y="70428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4335485" y="6413455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4455749" y="6259582"/>
              <a:ext cx="0" cy="4323"/>
            </a:xfrm>
            <a:custGeom>
              <a:avLst/>
              <a:pathLst>
                <a:path w="0" h="4323">
                  <a:moveTo>
                    <a:pt x="0" y="43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4455749" y="6287105"/>
              <a:ext cx="0" cy="18875"/>
            </a:xfrm>
            <a:custGeom>
              <a:avLst/>
              <a:pathLst>
                <a:path w="0" h="18875">
                  <a:moveTo>
                    <a:pt x="0" y="0"/>
                  </a:moveTo>
                  <a:lnTo>
                    <a:pt x="0" y="1887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4422950" y="6263906"/>
              <a:ext cx="65598" cy="23199"/>
            </a:xfrm>
            <a:custGeom>
              <a:avLst/>
              <a:pathLst>
                <a:path w="65598" h="23199">
                  <a:moveTo>
                    <a:pt x="0" y="0"/>
                  </a:moveTo>
                  <a:lnTo>
                    <a:pt x="0" y="23199"/>
                  </a:lnTo>
                  <a:lnTo>
                    <a:pt x="65598" y="23199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4422950" y="6268229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4543214" y="6101115"/>
              <a:ext cx="0" cy="81295"/>
            </a:xfrm>
            <a:custGeom>
              <a:avLst/>
              <a:pathLst>
                <a:path w="0" h="81295">
                  <a:moveTo>
                    <a:pt x="0" y="812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4543214" y="6295037"/>
              <a:ext cx="0" cy="31331"/>
            </a:xfrm>
            <a:custGeom>
              <a:avLst/>
              <a:pathLst>
                <a:path w="0" h="31331">
                  <a:moveTo>
                    <a:pt x="0" y="0"/>
                  </a:moveTo>
                  <a:lnTo>
                    <a:pt x="0" y="31331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4510414" y="6182410"/>
              <a:ext cx="65598" cy="112626"/>
            </a:xfrm>
            <a:custGeom>
              <a:avLst/>
              <a:pathLst>
                <a:path w="65598" h="112626">
                  <a:moveTo>
                    <a:pt x="0" y="0"/>
                  </a:moveTo>
                  <a:lnTo>
                    <a:pt x="0" y="112626"/>
                  </a:lnTo>
                  <a:lnTo>
                    <a:pt x="65598" y="112626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4510414" y="6263705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4630678" y="5885015"/>
              <a:ext cx="0" cy="147225"/>
            </a:xfrm>
            <a:custGeom>
              <a:avLst/>
              <a:pathLst>
                <a:path w="0" h="147225">
                  <a:moveTo>
                    <a:pt x="0" y="14722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4630678" y="6192909"/>
              <a:ext cx="0" cy="13442"/>
            </a:xfrm>
            <a:custGeom>
              <a:avLst/>
              <a:pathLst>
                <a:path w="0" h="13442">
                  <a:moveTo>
                    <a:pt x="0" y="0"/>
                  </a:moveTo>
                  <a:lnTo>
                    <a:pt x="0" y="13442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4597879" y="6032241"/>
              <a:ext cx="65598" cy="160668"/>
            </a:xfrm>
            <a:custGeom>
              <a:avLst/>
              <a:pathLst>
                <a:path w="65598" h="160668">
                  <a:moveTo>
                    <a:pt x="0" y="0"/>
                  </a:moveTo>
                  <a:lnTo>
                    <a:pt x="0" y="160668"/>
                  </a:lnTo>
                  <a:lnTo>
                    <a:pt x="65598" y="160668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4597879" y="6179466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4718143" y="5740209"/>
              <a:ext cx="0" cy="31676"/>
            </a:xfrm>
            <a:custGeom>
              <a:avLst/>
              <a:pathLst>
                <a:path w="0" h="31676">
                  <a:moveTo>
                    <a:pt x="0" y="3167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4718143" y="5835240"/>
              <a:ext cx="0" cy="31676"/>
            </a:xfrm>
            <a:custGeom>
              <a:avLst/>
              <a:pathLst>
                <a:path w="0" h="31676">
                  <a:moveTo>
                    <a:pt x="0" y="0"/>
                  </a:moveTo>
                  <a:lnTo>
                    <a:pt x="0" y="31676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4685344" y="5771886"/>
              <a:ext cx="65598" cy="63353"/>
            </a:xfrm>
            <a:custGeom>
              <a:avLst/>
              <a:pathLst>
                <a:path w="65598" h="63353">
                  <a:moveTo>
                    <a:pt x="0" y="0"/>
                  </a:moveTo>
                  <a:lnTo>
                    <a:pt x="0" y="63353"/>
                  </a:lnTo>
                  <a:lnTo>
                    <a:pt x="65598" y="63353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4685344" y="5803563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228341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4840211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4840211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4840211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4840211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4840211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4840211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4840211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4840211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4840211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498810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523459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4840211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4840211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4840211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4840211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4840211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4840211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4840211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4840211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4840211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4840211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4840211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498810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523459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4840211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4840211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4840211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4840211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4840211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4840211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4840211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4840211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4840211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498810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523459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4840211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4840211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4840211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4840211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4840211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4840211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4840211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4840211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4840211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4840211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498810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523459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4988105" y="6381852"/>
              <a:ext cx="0" cy="4978"/>
            </a:xfrm>
            <a:custGeom>
              <a:avLst/>
              <a:pathLst>
                <a:path w="0" h="4978">
                  <a:moveTo>
                    <a:pt x="0" y="49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4988105" y="6454028"/>
              <a:ext cx="0" cy="62218"/>
            </a:xfrm>
            <a:custGeom>
              <a:avLst/>
              <a:pathLst>
                <a:path w="0" h="62218">
                  <a:moveTo>
                    <a:pt x="0" y="0"/>
                  </a:moveTo>
                  <a:lnTo>
                    <a:pt x="0" y="62218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4895671" y="6386831"/>
              <a:ext cx="184868" cy="67197"/>
            </a:xfrm>
            <a:custGeom>
              <a:avLst/>
              <a:pathLst>
                <a:path w="184868" h="67197">
                  <a:moveTo>
                    <a:pt x="0" y="0"/>
                  </a:moveTo>
                  <a:lnTo>
                    <a:pt x="0" y="67197"/>
                  </a:lnTo>
                  <a:lnTo>
                    <a:pt x="184868" y="67197"/>
                  </a:lnTo>
                  <a:lnTo>
                    <a:pt x="18486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4895671" y="6391810"/>
              <a:ext cx="184868" cy="0"/>
            </a:xfrm>
            <a:custGeom>
              <a:avLst/>
              <a:pathLst>
                <a:path w="184868" h="0">
                  <a:moveTo>
                    <a:pt x="0" y="0"/>
                  </a:moveTo>
                  <a:lnTo>
                    <a:pt x="184868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5234597" y="63057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5234597" y="63057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5142162" y="6305772"/>
              <a:ext cx="184868" cy="0"/>
            </a:xfrm>
            <a:custGeom>
              <a:avLst/>
              <a:pathLst>
                <a:path w="184868" h="0">
                  <a:moveTo>
                    <a:pt x="0" y="0"/>
                  </a:moveTo>
                  <a:lnTo>
                    <a:pt x="18486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5142162" y="6305772"/>
              <a:ext cx="184868" cy="0"/>
            </a:xfrm>
            <a:custGeom>
              <a:avLst/>
              <a:pathLst>
                <a:path w="184868" h="0">
                  <a:moveTo>
                    <a:pt x="0" y="0"/>
                  </a:moveTo>
                  <a:lnTo>
                    <a:pt x="184868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4840211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452080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5452080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5452080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452080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5452080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5452080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5452080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5452080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5452080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555375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572322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589268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5553758" y="2244521"/>
              <a:ext cx="0" cy="52874"/>
            </a:xfrm>
            <a:custGeom>
              <a:avLst/>
              <a:pathLst>
                <a:path w="0" h="52874">
                  <a:moveTo>
                    <a:pt x="0" y="528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5553758" y="2353574"/>
              <a:ext cx="0" cy="3304"/>
            </a:xfrm>
            <a:custGeom>
              <a:avLst/>
              <a:pathLst>
                <a:path w="0" h="3304">
                  <a:moveTo>
                    <a:pt x="0" y="0"/>
                  </a:moveTo>
                  <a:lnTo>
                    <a:pt x="0" y="330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5490209" y="2297395"/>
              <a:ext cx="127097" cy="56178"/>
            </a:xfrm>
            <a:custGeom>
              <a:avLst/>
              <a:pathLst>
                <a:path w="127097" h="56178">
                  <a:moveTo>
                    <a:pt x="0" y="0"/>
                  </a:moveTo>
                  <a:lnTo>
                    <a:pt x="0" y="56178"/>
                  </a:lnTo>
                  <a:lnTo>
                    <a:pt x="127097" y="56178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5490209" y="2350269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5723221" y="1627208"/>
              <a:ext cx="0" cy="149074"/>
            </a:xfrm>
            <a:custGeom>
              <a:avLst/>
              <a:pathLst>
                <a:path w="0" h="149074">
                  <a:moveTo>
                    <a:pt x="0" y="1490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5723221" y="1937525"/>
              <a:ext cx="0" cy="12168"/>
            </a:xfrm>
            <a:custGeom>
              <a:avLst/>
              <a:pathLst>
                <a:path w="0" h="12168">
                  <a:moveTo>
                    <a:pt x="0" y="0"/>
                  </a:moveTo>
                  <a:lnTo>
                    <a:pt x="0" y="12168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5659672" y="1776283"/>
              <a:ext cx="127097" cy="161242"/>
            </a:xfrm>
            <a:custGeom>
              <a:avLst/>
              <a:pathLst>
                <a:path w="127097" h="161242">
                  <a:moveTo>
                    <a:pt x="0" y="0"/>
                  </a:moveTo>
                  <a:lnTo>
                    <a:pt x="0" y="161242"/>
                  </a:lnTo>
                  <a:lnTo>
                    <a:pt x="127097" y="161242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5659672" y="192535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5892683" y="1241661"/>
              <a:ext cx="0" cy="152814"/>
            </a:xfrm>
            <a:custGeom>
              <a:avLst/>
              <a:pathLst>
                <a:path w="0" h="152814">
                  <a:moveTo>
                    <a:pt x="0" y="1528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5892683" y="1590720"/>
              <a:ext cx="0" cy="43429"/>
            </a:xfrm>
            <a:custGeom>
              <a:avLst/>
              <a:pathLst>
                <a:path w="0" h="43429">
                  <a:moveTo>
                    <a:pt x="0" y="0"/>
                  </a:moveTo>
                  <a:lnTo>
                    <a:pt x="0" y="43429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5829135" y="1394476"/>
              <a:ext cx="127097" cy="196244"/>
            </a:xfrm>
            <a:custGeom>
              <a:avLst/>
              <a:pathLst>
                <a:path w="127097" h="196244">
                  <a:moveTo>
                    <a:pt x="0" y="0"/>
                  </a:moveTo>
                  <a:lnTo>
                    <a:pt x="0" y="196244"/>
                  </a:lnTo>
                  <a:lnTo>
                    <a:pt x="127097" y="196244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5829135" y="1547291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5452080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5452080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5452080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5452080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5452080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5452080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5452080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5452080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5452080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5452080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5452080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555375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572322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89268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553758" y="3646394"/>
              <a:ext cx="0" cy="35304"/>
            </a:xfrm>
            <a:custGeom>
              <a:avLst/>
              <a:pathLst>
                <a:path w="0" h="35304">
                  <a:moveTo>
                    <a:pt x="0" y="353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553758" y="3782628"/>
              <a:ext cx="0" cy="65624"/>
            </a:xfrm>
            <a:custGeom>
              <a:avLst/>
              <a:pathLst>
                <a:path w="0" h="65624">
                  <a:moveTo>
                    <a:pt x="0" y="0"/>
                  </a:moveTo>
                  <a:lnTo>
                    <a:pt x="0" y="6562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5490209" y="3681699"/>
              <a:ext cx="127097" cy="100929"/>
            </a:xfrm>
            <a:custGeom>
              <a:avLst/>
              <a:pathLst>
                <a:path w="127097" h="100929">
                  <a:moveTo>
                    <a:pt x="0" y="0"/>
                  </a:moveTo>
                  <a:lnTo>
                    <a:pt x="0" y="100929"/>
                  </a:lnTo>
                  <a:lnTo>
                    <a:pt x="127097" y="100929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490209" y="3717004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5723221" y="3383897"/>
              <a:ext cx="0" cy="47964"/>
            </a:xfrm>
            <a:custGeom>
              <a:avLst/>
              <a:pathLst>
                <a:path w="0" h="47964">
                  <a:moveTo>
                    <a:pt x="0" y="479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5723221" y="3608062"/>
              <a:ext cx="0" cy="128235"/>
            </a:xfrm>
            <a:custGeom>
              <a:avLst/>
              <a:pathLst>
                <a:path w="0" h="128235">
                  <a:moveTo>
                    <a:pt x="0" y="0"/>
                  </a:moveTo>
                  <a:lnTo>
                    <a:pt x="0" y="128235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659672" y="3431862"/>
              <a:ext cx="127097" cy="176200"/>
            </a:xfrm>
            <a:custGeom>
              <a:avLst/>
              <a:pathLst>
                <a:path w="127097" h="176200">
                  <a:moveTo>
                    <a:pt x="0" y="0"/>
                  </a:moveTo>
                  <a:lnTo>
                    <a:pt x="0" y="176200"/>
                  </a:lnTo>
                  <a:lnTo>
                    <a:pt x="127097" y="176200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5659672" y="347982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452080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452080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5452080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5452080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5452080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5452080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5452080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5452080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5452080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555375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572322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589268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553758" y="5183741"/>
              <a:ext cx="0" cy="2681"/>
            </a:xfrm>
            <a:custGeom>
              <a:avLst/>
              <a:pathLst>
                <a:path w="0" h="2681">
                  <a:moveTo>
                    <a:pt x="0" y="26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553758" y="5190147"/>
              <a:ext cx="0" cy="1043"/>
            </a:xfrm>
            <a:custGeom>
              <a:avLst/>
              <a:pathLst>
                <a:path w="0" h="1043">
                  <a:moveTo>
                    <a:pt x="0" y="0"/>
                  </a:moveTo>
                  <a:lnTo>
                    <a:pt x="0" y="104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490209" y="5186422"/>
              <a:ext cx="127097" cy="3724"/>
            </a:xfrm>
            <a:custGeom>
              <a:avLst/>
              <a:pathLst>
                <a:path w="127097" h="3724">
                  <a:moveTo>
                    <a:pt x="0" y="0"/>
                  </a:moveTo>
                  <a:lnTo>
                    <a:pt x="0" y="3724"/>
                  </a:lnTo>
                  <a:lnTo>
                    <a:pt x="127097" y="3724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490209" y="5189103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723221" y="5032946"/>
              <a:ext cx="0" cy="8129"/>
            </a:xfrm>
            <a:custGeom>
              <a:avLst/>
              <a:pathLst>
                <a:path w="0" h="8129">
                  <a:moveTo>
                    <a:pt x="0" y="812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5723221" y="5068481"/>
              <a:ext cx="0" cy="19275"/>
            </a:xfrm>
            <a:custGeom>
              <a:avLst/>
              <a:pathLst>
                <a:path w="0" h="19275">
                  <a:moveTo>
                    <a:pt x="0" y="0"/>
                  </a:moveTo>
                  <a:lnTo>
                    <a:pt x="0" y="19275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659672" y="5041076"/>
              <a:ext cx="127097" cy="27404"/>
            </a:xfrm>
            <a:custGeom>
              <a:avLst/>
              <a:pathLst>
                <a:path w="127097" h="27404">
                  <a:moveTo>
                    <a:pt x="0" y="0"/>
                  </a:moveTo>
                  <a:lnTo>
                    <a:pt x="0" y="27404"/>
                  </a:lnTo>
                  <a:lnTo>
                    <a:pt x="127097" y="27404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5659672" y="504920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5892683" y="4884661"/>
              <a:ext cx="0" cy="18451"/>
            </a:xfrm>
            <a:custGeom>
              <a:avLst/>
              <a:pathLst>
                <a:path w="0" h="18451">
                  <a:moveTo>
                    <a:pt x="0" y="1845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5892683" y="4940017"/>
              <a:ext cx="0" cy="18451"/>
            </a:xfrm>
            <a:custGeom>
              <a:avLst/>
              <a:pathLst>
                <a:path w="0" h="18451">
                  <a:moveTo>
                    <a:pt x="0" y="0"/>
                  </a:moveTo>
                  <a:lnTo>
                    <a:pt x="0" y="18451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829135" y="4903113"/>
              <a:ext cx="127097" cy="36903"/>
            </a:xfrm>
            <a:custGeom>
              <a:avLst/>
              <a:pathLst>
                <a:path w="127097" h="36903">
                  <a:moveTo>
                    <a:pt x="0" y="0"/>
                  </a:moveTo>
                  <a:lnTo>
                    <a:pt x="0" y="36903"/>
                  </a:lnTo>
                  <a:lnTo>
                    <a:pt x="127097" y="36903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5829135" y="4921565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452080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452080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5452080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5452080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5452080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5452080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5452080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5452080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5452080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5452080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555375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572322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589268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5553758" y="6613080"/>
              <a:ext cx="0" cy="4039"/>
            </a:xfrm>
            <a:custGeom>
              <a:avLst/>
              <a:pathLst>
                <a:path w="0" h="4039">
                  <a:moveTo>
                    <a:pt x="0" y="403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5553758" y="6625200"/>
              <a:ext cx="0" cy="4039"/>
            </a:xfrm>
            <a:custGeom>
              <a:avLst/>
              <a:pathLst>
                <a:path w="0" h="4039">
                  <a:moveTo>
                    <a:pt x="0" y="0"/>
                  </a:moveTo>
                  <a:lnTo>
                    <a:pt x="0" y="403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490209" y="6617120"/>
              <a:ext cx="127097" cy="8079"/>
            </a:xfrm>
            <a:custGeom>
              <a:avLst/>
              <a:pathLst>
                <a:path w="127097" h="8079">
                  <a:moveTo>
                    <a:pt x="0" y="0"/>
                  </a:moveTo>
                  <a:lnTo>
                    <a:pt x="0" y="8079"/>
                  </a:lnTo>
                  <a:lnTo>
                    <a:pt x="127097" y="8079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5490209" y="6621160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5723221" y="6440760"/>
              <a:ext cx="0" cy="9730"/>
            </a:xfrm>
            <a:custGeom>
              <a:avLst/>
              <a:pathLst>
                <a:path w="0" h="9730">
                  <a:moveTo>
                    <a:pt x="0" y="97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5723221" y="6469951"/>
              <a:ext cx="0" cy="9730"/>
            </a:xfrm>
            <a:custGeom>
              <a:avLst/>
              <a:pathLst>
                <a:path w="0" h="9730">
                  <a:moveTo>
                    <a:pt x="0" y="0"/>
                  </a:moveTo>
                  <a:lnTo>
                    <a:pt x="0" y="973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659672" y="6450490"/>
              <a:ext cx="127097" cy="19461"/>
            </a:xfrm>
            <a:custGeom>
              <a:avLst/>
              <a:pathLst>
                <a:path w="127097" h="19461">
                  <a:moveTo>
                    <a:pt x="0" y="0"/>
                  </a:moveTo>
                  <a:lnTo>
                    <a:pt x="0" y="19461"/>
                  </a:lnTo>
                  <a:lnTo>
                    <a:pt x="127097" y="19461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5659672" y="6460221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452080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6063950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063950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063950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063950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063950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063950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063950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063950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063950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14141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27053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39964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52876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6063950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063950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063950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063950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063950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063950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063950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063950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063950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063950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063950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14141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27053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9964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52876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141419" y="3698845"/>
              <a:ext cx="0" cy="46748"/>
            </a:xfrm>
            <a:custGeom>
              <a:avLst/>
              <a:pathLst>
                <a:path w="0" h="46748">
                  <a:moveTo>
                    <a:pt x="0" y="467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141419" y="3819784"/>
              <a:ext cx="0" cy="27441"/>
            </a:xfrm>
            <a:custGeom>
              <a:avLst/>
              <a:pathLst>
                <a:path w="0" h="27441">
                  <a:moveTo>
                    <a:pt x="0" y="0"/>
                  </a:moveTo>
                  <a:lnTo>
                    <a:pt x="0" y="27441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93001" y="3745594"/>
              <a:ext cx="96835" cy="74190"/>
            </a:xfrm>
            <a:custGeom>
              <a:avLst/>
              <a:pathLst>
                <a:path w="96835" h="74190">
                  <a:moveTo>
                    <a:pt x="0" y="0"/>
                  </a:moveTo>
                  <a:lnTo>
                    <a:pt x="0" y="74190"/>
                  </a:lnTo>
                  <a:lnTo>
                    <a:pt x="96835" y="7419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093001" y="379234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270533" y="3174905"/>
              <a:ext cx="0" cy="2567"/>
            </a:xfrm>
            <a:custGeom>
              <a:avLst/>
              <a:pathLst>
                <a:path w="0" h="2567">
                  <a:moveTo>
                    <a:pt x="0" y="256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270533" y="3243083"/>
              <a:ext cx="0" cy="63043"/>
            </a:xfrm>
            <a:custGeom>
              <a:avLst/>
              <a:pathLst>
                <a:path w="0" h="63043">
                  <a:moveTo>
                    <a:pt x="0" y="0"/>
                  </a:moveTo>
                  <a:lnTo>
                    <a:pt x="0" y="63043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222115" y="3177472"/>
              <a:ext cx="96835" cy="65610"/>
            </a:xfrm>
            <a:custGeom>
              <a:avLst/>
              <a:pathLst>
                <a:path w="96835" h="65610">
                  <a:moveTo>
                    <a:pt x="0" y="0"/>
                  </a:moveTo>
                  <a:lnTo>
                    <a:pt x="0" y="65610"/>
                  </a:lnTo>
                  <a:lnTo>
                    <a:pt x="96835" y="6561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222115" y="318003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99648" y="2906625"/>
              <a:ext cx="0" cy="69366"/>
            </a:xfrm>
            <a:custGeom>
              <a:avLst/>
              <a:pathLst>
                <a:path w="0" h="69366">
                  <a:moveTo>
                    <a:pt x="0" y="693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399648" y="3130642"/>
              <a:ext cx="0" cy="85283"/>
            </a:xfrm>
            <a:custGeom>
              <a:avLst/>
              <a:pathLst>
                <a:path w="0" h="85283">
                  <a:moveTo>
                    <a:pt x="0" y="0"/>
                  </a:moveTo>
                  <a:lnTo>
                    <a:pt x="0" y="85283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351230" y="2975992"/>
              <a:ext cx="96835" cy="154649"/>
            </a:xfrm>
            <a:custGeom>
              <a:avLst/>
              <a:pathLst>
                <a:path w="96835" h="154649">
                  <a:moveTo>
                    <a:pt x="0" y="0"/>
                  </a:moveTo>
                  <a:lnTo>
                    <a:pt x="0" y="154649"/>
                  </a:lnTo>
                  <a:lnTo>
                    <a:pt x="96835" y="15464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351230" y="304535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6063950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6063950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063950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063950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063950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063950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063950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063950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063950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14141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7053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39964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52876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141419" y="5207239"/>
              <a:ext cx="0" cy="1005"/>
            </a:xfrm>
            <a:custGeom>
              <a:avLst/>
              <a:pathLst>
                <a:path w="0" h="1005">
                  <a:moveTo>
                    <a:pt x="0" y="10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141419" y="5216402"/>
              <a:ext cx="0" cy="7152"/>
            </a:xfrm>
            <a:custGeom>
              <a:avLst/>
              <a:pathLst>
                <a:path w="0" h="7152">
                  <a:moveTo>
                    <a:pt x="0" y="0"/>
                  </a:moveTo>
                  <a:lnTo>
                    <a:pt x="0" y="7152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93001" y="5208244"/>
              <a:ext cx="96835" cy="8158"/>
            </a:xfrm>
            <a:custGeom>
              <a:avLst/>
              <a:pathLst>
                <a:path w="96835" h="8158">
                  <a:moveTo>
                    <a:pt x="0" y="0"/>
                  </a:moveTo>
                  <a:lnTo>
                    <a:pt x="0" y="8158"/>
                  </a:lnTo>
                  <a:lnTo>
                    <a:pt x="96835" y="815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093001" y="5209250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70533" y="4974651"/>
              <a:ext cx="0" cy="18222"/>
            </a:xfrm>
            <a:custGeom>
              <a:avLst/>
              <a:pathLst>
                <a:path w="0" h="18222">
                  <a:moveTo>
                    <a:pt x="0" y="182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70533" y="5030256"/>
              <a:ext cx="0" cy="19160"/>
            </a:xfrm>
            <a:custGeom>
              <a:avLst/>
              <a:pathLst>
                <a:path w="0" h="19160">
                  <a:moveTo>
                    <a:pt x="0" y="0"/>
                  </a:moveTo>
                  <a:lnTo>
                    <a:pt x="0" y="1916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222115" y="4992873"/>
              <a:ext cx="96835" cy="37382"/>
            </a:xfrm>
            <a:custGeom>
              <a:avLst/>
              <a:pathLst>
                <a:path w="96835" h="37382">
                  <a:moveTo>
                    <a:pt x="0" y="0"/>
                  </a:moveTo>
                  <a:lnTo>
                    <a:pt x="0" y="37382"/>
                  </a:lnTo>
                  <a:lnTo>
                    <a:pt x="96835" y="37382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222115" y="5011095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399648" y="4811524"/>
              <a:ext cx="0" cy="10571"/>
            </a:xfrm>
            <a:custGeom>
              <a:avLst/>
              <a:pathLst>
                <a:path w="0" h="10571">
                  <a:moveTo>
                    <a:pt x="0" y="105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399648" y="4837128"/>
              <a:ext cx="0" cy="4462"/>
            </a:xfrm>
            <a:custGeom>
              <a:avLst/>
              <a:pathLst>
                <a:path w="0" h="4462">
                  <a:moveTo>
                    <a:pt x="0" y="0"/>
                  </a:moveTo>
                  <a:lnTo>
                    <a:pt x="0" y="4462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51230" y="4822095"/>
              <a:ext cx="96835" cy="15033"/>
            </a:xfrm>
            <a:custGeom>
              <a:avLst/>
              <a:pathLst>
                <a:path w="96835" h="15033">
                  <a:moveTo>
                    <a:pt x="0" y="0"/>
                  </a:moveTo>
                  <a:lnTo>
                    <a:pt x="0" y="15033"/>
                  </a:lnTo>
                  <a:lnTo>
                    <a:pt x="96835" y="1503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351230" y="483266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528762" y="4632578"/>
              <a:ext cx="0" cy="28563"/>
            </a:xfrm>
            <a:custGeom>
              <a:avLst/>
              <a:pathLst>
                <a:path w="0" h="28563">
                  <a:moveTo>
                    <a:pt x="0" y="285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528762" y="4718268"/>
              <a:ext cx="0" cy="28563"/>
            </a:xfrm>
            <a:custGeom>
              <a:avLst/>
              <a:pathLst>
                <a:path w="0" h="28563">
                  <a:moveTo>
                    <a:pt x="0" y="0"/>
                  </a:moveTo>
                  <a:lnTo>
                    <a:pt x="0" y="28563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80344" y="4661141"/>
              <a:ext cx="96835" cy="57127"/>
            </a:xfrm>
            <a:custGeom>
              <a:avLst/>
              <a:pathLst>
                <a:path w="96835" h="57127">
                  <a:moveTo>
                    <a:pt x="0" y="0"/>
                  </a:moveTo>
                  <a:lnTo>
                    <a:pt x="0" y="57127"/>
                  </a:lnTo>
                  <a:lnTo>
                    <a:pt x="96835" y="5712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480344" y="4689705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6063950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6063950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063950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063950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063950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063950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063950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063950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063950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63950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4141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27053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39964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52876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141419" y="6636856"/>
              <a:ext cx="0" cy="1642"/>
            </a:xfrm>
            <a:custGeom>
              <a:avLst/>
              <a:pathLst>
                <a:path w="0" h="1642">
                  <a:moveTo>
                    <a:pt x="0" y="164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141419" y="6641617"/>
              <a:ext cx="0" cy="1476"/>
            </a:xfrm>
            <a:custGeom>
              <a:avLst/>
              <a:pathLst>
                <a:path w="0" h="1476">
                  <a:moveTo>
                    <a:pt x="0" y="0"/>
                  </a:moveTo>
                  <a:lnTo>
                    <a:pt x="0" y="1476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93001" y="6638499"/>
              <a:ext cx="96835" cy="3118"/>
            </a:xfrm>
            <a:custGeom>
              <a:avLst/>
              <a:pathLst>
                <a:path w="96835" h="3118">
                  <a:moveTo>
                    <a:pt x="0" y="0"/>
                  </a:moveTo>
                  <a:lnTo>
                    <a:pt x="0" y="3118"/>
                  </a:lnTo>
                  <a:lnTo>
                    <a:pt x="96835" y="311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93001" y="664014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270533" y="6582229"/>
              <a:ext cx="0" cy="2305"/>
            </a:xfrm>
            <a:custGeom>
              <a:avLst/>
              <a:pathLst>
                <a:path w="0" h="2305">
                  <a:moveTo>
                    <a:pt x="0" y="23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270533" y="6589453"/>
              <a:ext cx="0" cy="2611"/>
            </a:xfrm>
            <a:custGeom>
              <a:avLst/>
              <a:pathLst>
                <a:path w="0" h="2611">
                  <a:moveTo>
                    <a:pt x="0" y="0"/>
                  </a:moveTo>
                  <a:lnTo>
                    <a:pt x="0" y="261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222115" y="6584535"/>
              <a:ext cx="96835" cy="4917"/>
            </a:xfrm>
            <a:custGeom>
              <a:avLst/>
              <a:pathLst>
                <a:path w="96835" h="4917">
                  <a:moveTo>
                    <a:pt x="0" y="0"/>
                  </a:moveTo>
                  <a:lnTo>
                    <a:pt x="0" y="4917"/>
                  </a:lnTo>
                  <a:lnTo>
                    <a:pt x="96835" y="491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222115" y="658684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399648" y="65426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399648" y="65426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351230" y="654264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351230" y="654264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6063950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6675820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675820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675820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675820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675820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675820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6675820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6675820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6675820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675328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688240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701151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714063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6675820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6675820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6675820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6675820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6675820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6675820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6675820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6675820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6675820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6675820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6675820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675328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688240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701151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714063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6753288" y="3176202"/>
              <a:ext cx="0" cy="130059"/>
            </a:xfrm>
            <a:custGeom>
              <a:avLst/>
              <a:pathLst>
                <a:path w="0" h="130059">
                  <a:moveTo>
                    <a:pt x="0" y="1300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6753288" y="3437699"/>
              <a:ext cx="0" cy="1378"/>
            </a:xfrm>
            <a:custGeom>
              <a:avLst/>
              <a:pathLst>
                <a:path w="0" h="1378">
                  <a:moveTo>
                    <a:pt x="0" y="0"/>
                  </a:moveTo>
                  <a:lnTo>
                    <a:pt x="0" y="1378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04870" y="3306261"/>
              <a:ext cx="96835" cy="131437"/>
            </a:xfrm>
            <a:custGeom>
              <a:avLst/>
              <a:pathLst>
                <a:path w="96835" h="131437">
                  <a:moveTo>
                    <a:pt x="0" y="0"/>
                  </a:moveTo>
                  <a:lnTo>
                    <a:pt x="0" y="131437"/>
                  </a:lnTo>
                  <a:lnTo>
                    <a:pt x="96835" y="13143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6704870" y="343632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6882403" y="2640156"/>
              <a:ext cx="0" cy="25887"/>
            </a:xfrm>
            <a:custGeom>
              <a:avLst/>
              <a:pathLst>
                <a:path w="0" h="25887">
                  <a:moveTo>
                    <a:pt x="0" y="258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6882403" y="2766621"/>
              <a:ext cx="0" cy="74690"/>
            </a:xfrm>
            <a:custGeom>
              <a:avLst/>
              <a:pathLst>
                <a:path w="0" h="74690">
                  <a:moveTo>
                    <a:pt x="0" y="0"/>
                  </a:moveTo>
                  <a:lnTo>
                    <a:pt x="0" y="7469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833985" y="2666044"/>
              <a:ext cx="96835" cy="100577"/>
            </a:xfrm>
            <a:custGeom>
              <a:avLst/>
              <a:pathLst>
                <a:path w="96835" h="100577">
                  <a:moveTo>
                    <a:pt x="0" y="0"/>
                  </a:moveTo>
                  <a:lnTo>
                    <a:pt x="0" y="100577"/>
                  </a:lnTo>
                  <a:lnTo>
                    <a:pt x="96835" y="10057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6833985" y="269193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6675820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6675820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6675820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6675820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6675820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6675820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6675820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6675820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6675820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675328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688240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701151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714063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753288" y="5235984"/>
              <a:ext cx="0" cy="248"/>
            </a:xfrm>
            <a:custGeom>
              <a:avLst/>
              <a:pathLst>
                <a:path w="0" h="248">
                  <a:moveTo>
                    <a:pt x="0" y="2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753288" y="5237152"/>
              <a:ext cx="0" cy="670"/>
            </a:xfrm>
            <a:custGeom>
              <a:avLst/>
              <a:pathLst>
                <a:path w="0" h="670">
                  <a:moveTo>
                    <a:pt x="0" y="0"/>
                  </a:moveTo>
                  <a:lnTo>
                    <a:pt x="0" y="67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04870" y="5236233"/>
              <a:ext cx="96835" cy="919"/>
            </a:xfrm>
            <a:custGeom>
              <a:avLst/>
              <a:pathLst>
                <a:path w="96835" h="919">
                  <a:moveTo>
                    <a:pt x="0" y="0"/>
                  </a:moveTo>
                  <a:lnTo>
                    <a:pt x="0" y="919"/>
                  </a:lnTo>
                  <a:lnTo>
                    <a:pt x="96835" y="91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704870" y="5236482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882403" y="4728428"/>
              <a:ext cx="0" cy="23689"/>
            </a:xfrm>
            <a:custGeom>
              <a:avLst/>
              <a:pathLst>
                <a:path w="0" h="23689">
                  <a:moveTo>
                    <a:pt x="0" y="2368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882403" y="4806726"/>
              <a:ext cx="0" cy="30919"/>
            </a:xfrm>
            <a:custGeom>
              <a:avLst/>
              <a:pathLst>
                <a:path w="0" h="30919">
                  <a:moveTo>
                    <a:pt x="0" y="0"/>
                  </a:moveTo>
                  <a:lnTo>
                    <a:pt x="0" y="30919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833985" y="4752118"/>
              <a:ext cx="96835" cy="54608"/>
            </a:xfrm>
            <a:custGeom>
              <a:avLst/>
              <a:pathLst>
                <a:path w="96835" h="54608">
                  <a:moveTo>
                    <a:pt x="0" y="0"/>
                  </a:moveTo>
                  <a:lnTo>
                    <a:pt x="0" y="54608"/>
                  </a:lnTo>
                  <a:lnTo>
                    <a:pt x="96835" y="5460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6833985" y="4775807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7011517" y="4219091"/>
              <a:ext cx="0" cy="199178"/>
            </a:xfrm>
            <a:custGeom>
              <a:avLst/>
              <a:pathLst>
                <a:path w="0" h="199178">
                  <a:moveTo>
                    <a:pt x="0" y="1991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7011517" y="4744294"/>
              <a:ext cx="0" cy="126845"/>
            </a:xfrm>
            <a:custGeom>
              <a:avLst/>
              <a:pathLst>
                <a:path w="0" h="126845">
                  <a:moveTo>
                    <a:pt x="0" y="0"/>
                  </a:moveTo>
                  <a:lnTo>
                    <a:pt x="0" y="12684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63099" y="4418270"/>
              <a:ext cx="96835" cy="326024"/>
            </a:xfrm>
            <a:custGeom>
              <a:avLst/>
              <a:pathLst>
                <a:path w="96835" h="326024">
                  <a:moveTo>
                    <a:pt x="0" y="0"/>
                  </a:moveTo>
                  <a:lnTo>
                    <a:pt x="0" y="326024"/>
                  </a:lnTo>
                  <a:lnTo>
                    <a:pt x="96835" y="326024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6963099" y="461744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6675820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6675820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6675820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6675820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6675820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6675820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6675820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6675820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6675820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6675820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675328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688240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701151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714063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6753288" y="6629607"/>
              <a:ext cx="0" cy="1013"/>
            </a:xfrm>
            <a:custGeom>
              <a:avLst/>
              <a:pathLst>
                <a:path w="0" h="1013">
                  <a:moveTo>
                    <a:pt x="0" y="10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6753288" y="6633668"/>
              <a:ext cx="0" cy="2035"/>
            </a:xfrm>
            <a:custGeom>
              <a:avLst/>
              <a:pathLst>
                <a:path w="0" h="2035">
                  <a:moveTo>
                    <a:pt x="0" y="0"/>
                  </a:moveTo>
                  <a:lnTo>
                    <a:pt x="0" y="2035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04870" y="6630620"/>
              <a:ext cx="96835" cy="3048"/>
            </a:xfrm>
            <a:custGeom>
              <a:avLst/>
              <a:pathLst>
                <a:path w="96835" h="3048">
                  <a:moveTo>
                    <a:pt x="0" y="0"/>
                  </a:moveTo>
                  <a:lnTo>
                    <a:pt x="0" y="3048"/>
                  </a:lnTo>
                  <a:lnTo>
                    <a:pt x="96835" y="304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6704870" y="663163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6882403" y="6383896"/>
              <a:ext cx="0" cy="7468"/>
            </a:xfrm>
            <a:custGeom>
              <a:avLst/>
              <a:pathLst>
                <a:path w="0" h="7468">
                  <a:moveTo>
                    <a:pt x="0" y="74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6882403" y="6413210"/>
              <a:ext cx="0" cy="14377"/>
            </a:xfrm>
            <a:custGeom>
              <a:avLst/>
              <a:pathLst>
                <a:path w="0" h="14377">
                  <a:moveTo>
                    <a:pt x="0" y="0"/>
                  </a:moveTo>
                  <a:lnTo>
                    <a:pt x="0" y="14377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833985" y="6391364"/>
              <a:ext cx="96835" cy="21845"/>
            </a:xfrm>
            <a:custGeom>
              <a:avLst/>
              <a:pathLst>
                <a:path w="96835" h="21845">
                  <a:moveTo>
                    <a:pt x="0" y="0"/>
                  </a:moveTo>
                  <a:lnTo>
                    <a:pt x="0" y="21845"/>
                  </a:lnTo>
                  <a:lnTo>
                    <a:pt x="96835" y="21845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6833985" y="6398832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7011517" y="6248331"/>
              <a:ext cx="0" cy="4428"/>
            </a:xfrm>
            <a:custGeom>
              <a:avLst/>
              <a:pathLst>
                <a:path w="0" h="4428">
                  <a:moveTo>
                    <a:pt x="0" y="44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7011517" y="6261573"/>
              <a:ext cx="0" cy="4384"/>
            </a:xfrm>
            <a:custGeom>
              <a:avLst/>
              <a:pathLst>
                <a:path w="0" h="4384">
                  <a:moveTo>
                    <a:pt x="0" y="0"/>
                  </a:moveTo>
                  <a:lnTo>
                    <a:pt x="0" y="4384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63099" y="6252760"/>
              <a:ext cx="96835" cy="8813"/>
            </a:xfrm>
            <a:custGeom>
              <a:avLst/>
              <a:pathLst>
                <a:path w="96835" h="8813">
                  <a:moveTo>
                    <a:pt x="0" y="0"/>
                  </a:moveTo>
                  <a:lnTo>
                    <a:pt x="0" y="8813"/>
                  </a:lnTo>
                  <a:lnTo>
                    <a:pt x="96835" y="881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6963099" y="625718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7140632" y="6050732"/>
              <a:ext cx="0" cy="8271"/>
            </a:xfrm>
            <a:custGeom>
              <a:avLst/>
              <a:pathLst>
                <a:path w="0" h="8271">
                  <a:moveTo>
                    <a:pt x="0" y="82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7140632" y="6082658"/>
              <a:ext cx="0" cy="15382"/>
            </a:xfrm>
            <a:custGeom>
              <a:avLst/>
              <a:pathLst>
                <a:path w="0" h="15382">
                  <a:moveTo>
                    <a:pt x="0" y="0"/>
                  </a:moveTo>
                  <a:lnTo>
                    <a:pt x="0" y="15382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7092214" y="6059004"/>
              <a:ext cx="96835" cy="23653"/>
            </a:xfrm>
            <a:custGeom>
              <a:avLst/>
              <a:pathLst>
                <a:path w="96835" h="23653">
                  <a:moveTo>
                    <a:pt x="0" y="0"/>
                  </a:moveTo>
                  <a:lnTo>
                    <a:pt x="0" y="23653"/>
                  </a:lnTo>
                  <a:lnTo>
                    <a:pt x="96835" y="2365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7092214" y="606727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6675820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7287689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7287689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7287689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7287689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7287689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7287689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7287689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7287689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7287689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735026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745454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755883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766311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776739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7287689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7287689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7287689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7287689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7287689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7287689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7287689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7287689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7287689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7287689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7287689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735026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745454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755883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766311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776739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7287689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7287689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7287689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7287689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7287689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7287689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7287689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7287689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7287689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735026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745454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755883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766311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776739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7350260" y="5009084"/>
              <a:ext cx="0" cy="42965"/>
            </a:xfrm>
            <a:custGeom>
              <a:avLst/>
              <a:pathLst>
                <a:path w="0" h="42965">
                  <a:moveTo>
                    <a:pt x="0" y="4296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7350260" y="5103154"/>
              <a:ext cx="0" cy="8139"/>
            </a:xfrm>
            <a:custGeom>
              <a:avLst/>
              <a:pathLst>
                <a:path w="0" h="8139">
                  <a:moveTo>
                    <a:pt x="0" y="0"/>
                  </a:moveTo>
                  <a:lnTo>
                    <a:pt x="0" y="813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7311153" y="5052049"/>
              <a:ext cx="78213" cy="51104"/>
            </a:xfrm>
            <a:custGeom>
              <a:avLst/>
              <a:pathLst>
                <a:path w="78213" h="51104">
                  <a:moveTo>
                    <a:pt x="0" y="0"/>
                  </a:moveTo>
                  <a:lnTo>
                    <a:pt x="0" y="51104"/>
                  </a:lnTo>
                  <a:lnTo>
                    <a:pt x="78213" y="51104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7311153" y="5095014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7454545" y="4616070"/>
              <a:ext cx="0" cy="114914"/>
            </a:xfrm>
            <a:custGeom>
              <a:avLst/>
              <a:pathLst>
                <a:path w="0" h="114914">
                  <a:moveTo>
                    <a:pt x="0" y="1149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7454545" y="4854144"/>
              <a:ext cx="0" cy="8244"/>
            </a:xfrm>
            <a:custGeom>
              <a:avLst/>
              <a:pathLst>
                <a:path w="0" h="8244">
                  <a:moveTo>
                    <a:pt x="0" y="0"/>
                  </a:moveTo>
                  <a:lnTo>
                    <a:pt x="0" y="8244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7415438" y="4730985"/>
              <a:ext cx="78213" cy="123159"/>
            </a:xfrm>
            <a:custGeom>
              <a:avLst/>
              <a:pathLst>
                <a:path w="78213" h="123159">
                  <a:moveTo>
                    <a:pt x="0" y="0"/>
                  </a:moveTo>
                  <a:lnTo>
                    <a:pt x="0" y="123159"/>
                  </a:lnTo>
                  <a:lnTo>
                    <a:pt x="78213" y="12315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7415438" y="4845900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7558830" y="4427893"/>
              <a:ext cx="0" cy="29731"/>
            </a:xfrm>
            <a:custGeom>
              <a:avLst/>
              <a:pathLst>
                <a:path w="0" h="29731">
                  <a:moveTo>
                    <a:pt x="0" y="297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7558830" y="4651642"/>
              <a:ext cx="0" cy="164285"/>
            </a:xfrm>
            <a:custGeom>
              <a:avLst/>
              <a:pathLst>
                <a:path w="0" h="164285">
                  <a:moveTo>
                    <a:pt x="0" y="0"/>
                  </a:moveTo>
                  <a:lnTo>
                    <a:pt x="0" y="16428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7519723" y="4457625"/>
              <a:ext cx="78213" cy="194017"/>
            </a:xfrm>
            <a:custGeom>
              <a:avLst/>
              <a:pathLst>
                <a:path w="78213" h="194017">
                  <a:moveTo>
                    <a:pt x="0" y="0"/>
                  </a:moveTo>
                  <a:lnTo>
                    <a:pt x="0" y="194017"/>
                  </a:lnTo>
                  <a:lnTo>
                    <a:pt x="78213" y="19401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7519723" y="448735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7663114" y="4117055"/>
              <a:ext cx="0" cy="60914"/>
            </a:xfrm>
            <a:custGeom>
              <a:avLst/>
              <a:pathLst>
                <a:path w="0" h="60914">
                  <a:moveTo>
                    <a:pt x="0" y="609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7663114" y="4299797"/>
              <a:ext cx="0" cy="60914"/>
            </a:xfrm>
            <a:custGeom>
              <a:avLst/>
              <a:pathLst>
                <a:path w="0" h="60914">
                  <a:moveTo>
                    <a:pt x="0" y="0"/>
                  </a:moveTo>
                  <a:lnTo>
                    <a:pt x="0" y="60914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7624008" y="4177969"/>
              <a:ext cx="78213" cy="121828"/>
            </a:xfrm>
            <a:custGeom>
              <a:avLst/>
              <a:pathLst>
                <a:path w="78213" h="121828">
                  <a:moveTo>
                    <a:pt x="0" y="0"/>
                  </a:moveTo>
                  <a:lnTo>
                    <a:pt x="0" y="121828"/>
                  </a:lnTo>
                  <a:lnTo>
                    <a:pt x="78213" y="12182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7624008" y="423888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7287689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7287689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7287689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7287689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7287689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7287689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7287689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7287689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7287689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7287689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735026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745454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755883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766311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776739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7350260" y="6640927"/>
              <a:ext cx="0" cy="1808"/>
            </a:xfrm>
            <a:custGeom>
              <a:avLst/>
              <a:pathLst>
                <a:path w="0" h="1808">
                  <a:moveTo>
                    <a:pt x="0" y="18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7350260" y="6644892"/>
              <a:ext cx="0" cy="349"/>
            </a:xfrm>
            <a:custGeom>
              <a:avLst/>
              <a:pathLst>
                <a:path w="0" h="349">
                  <a:moveTo>
                    <a:pt x="0" y="0"/>
                  </a:moveTo>
                  <a:lnTo>
                    <a:pt x="0" y="34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7311153" y="6642735"/>
              <a:ext cx="78213" cy="2157"/>
            </a:xfrm>
            <a:custGeom>
              <a:avLst/>
              <a:pathLst>
                <a:path w="78213" h="2157">
                  <a:moveTo>
                    <a:pt x="0" y="0"/>
                  </a:moveTo>
                  <a:lnTo>
                    <a:pt x="0" y="2157"/>
                  </a:lnTo>
                  <a:lnTo>
                    <a:pt x="78213" y="215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7311153" y="664454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7454545" y="6429492"/>
              <a:ext cx="0" cy="11809"/>
            </a:xfrm>
            <a:custGeom>
              <a:avLst/>
              <a:pathLst>
                <a:path w="0" h="11809">
                  <a:moveTo>
                    <a:pt x="0" y="118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7454545" y="6484451"/>
              <a:ext cx="0" cy="31340"/>
            </a:xfrm>
            <a:custGeom>
              <a:avLst/>
              <a:pathLst>
                <a:path w="0" h="31340">
                  <a:moveTo>
                    <a:pt x="0" y="0"/>
                  </a:moveTo>
                  <a:lnTo>
                    <a:pt x="0" y="3134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7415438" y="6441301"/>
              <a:ext cx="78213" cy="43150"/>
            </a:xfrm>
            <a:custGeom>
              <a:avLst/>
              <a:pathLst>
                <a:path w="78213" h="43150">
                  <a:moveTo>
                    <a:pt x="0" y="0"/>
                  </a:moveTo>
                  <a:lnTo>
                    <a:pt x="0" y="43150"/>
                  </a:lnTo>
                  <a:lnTo>
                    <a:pt x="78213" y="43150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7415438" y="645311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7558830" y="6296915"/>
              <a:ext cx="0" cy="3205"/>
            </a:xfrm>
            <a:custGeom>
              <a:avLst/>
              <a:pathLst>
                <a:path w="0" h="3205">
                  <a:moveTo>
                    <a:pt x="0" y="3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7558830" y="6310209"/>
              <a:ext cx="0" cy="6883"/>
            </a:xfrm>
            <a:custGeom>
              <a:avLst/>
              <a:pathLst>
                <a:path w="0" h="6883">
                  <a:moveTo>
                    <a:pt x="0" y="0"/>
                  </a:moveTo>
                  <a:lnTo>
                    <a:pt x="0" y="6883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7519723" y="6300120"/>
              <a:ext cx="78213" cy="10088"/>
            </a:xfrm>
            <a:custGeom>
              <a:avLst/>
              <a:pathLst>
                <a:path w="78213" h="10088">
                  <a:moveTo>
                    <a:pt x="0" y="0"/>
                  </a:moveTo>
                  <a:lnTo>
                    <a:pt x="0" y="10088"/>
                  </a:lnTo>
                  <a:lnTo>
                    <a:pt x="78213" y="1008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7519723" y="630332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7663114" y="5908145"/>
              <a:ext cx="0" cy="168241"/>
            </a:xfrm>
            <a:custGeom>
              <a:avLst/>
              <a:pathLst>
                <a:path w="0" h="168241">
                  <a:moveTo>
                    <a:pt x="0" y="16824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7663114" y="6329784"/>
              <a:ext cx="0" cy="85155"/>
            </a:xfrm>
            <a:custGeom>
              <a:avLst/>
              <a:pathLst>
                <a:path w="0" h="85155">
                  <a:moveTo>
                    <a:pt x="0" y="0"/>
                  </a:moveTo>
                  <a:lnTo>
                    <a:pt x="0" y="85155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7624008" y="6076386"/>
              <a:ext cx="78213" cy="253397"/>
            </a:xfrm>
            <a:custGeom>
              <a:avLst/>
              <a:pathLst>
                <a:path w="78213" h="253397">
                  <a:moveTo>
                    <a:pt x="0" y="0"/>
                  </a:moveTo>
                  <a:lnTo>
                    <a:pt x="0" y="253397"/>
                  </a:lnTo>
                  <a:lnTo>
                    <a:pt x="78213" y="25339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7624008" y="624462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7767399" y="5963995"/>
              <a:ext cx="0" cy="8795"/>
            </a:xfrm>
            <a:custGeom>
              <a:avLst/>
              <a:pathLst>
                <a:path w="0" h="8795">
                  <a:moveTo>
                    <a:pt x="0" y="87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7767399" y="5990383"/>
              <a:ext cx="0" cy="8795"/>
            </a:xfrm>
            <a:custGeom>
              <a:avLst/>
              <a:pathLst>
                <a:path w="0" h="8795">
                  <a:moveTo>
                    <a:pt x="0" y="0"/>
                  </a:moveTo>
                  <a:lnTo>
                    <a:pt x="0" y="8795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7728292" y="5972791"/>
              <a:ext cx="78213" cy="17591"/>
            </a:xfrm>
            <a:custGeom>
              <a:avLst/>
              <a:pathLst>
                <a:path w="78213" h="17591">
                  <a:moveTo>
                    <a:pt x="0" y="0"/>
                  </a:moveTo>
                  <a:lnTo>
                    <a:pt x="0" y="17591"/>
                  </a:lnTo>
                  <a:lnTo>
                    <a:pt x="78213" y="17591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7728292" y="5981587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7287689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7899559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7899559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7899559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7899559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7899559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7899559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7899559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7899559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7899559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795203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803950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812696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821443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8301896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838936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7899559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7899559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7899559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7899559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7899559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7899559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7899559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7899559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7899559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7899559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7899559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795203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803950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812696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821443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8301896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838936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7899559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7899559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7899559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7899559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7899559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7899559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7899559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7899559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7899559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795203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803950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812696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821443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8301896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838936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7899559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899559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7899559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7899559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7899559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7899559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7899559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7899559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7899559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7899559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795203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803950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812696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821443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8301896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838936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7952038" y="6481289"/>
              <a:ext cx="0" cy="6699"/>
            </a:xfrm>
            <a:custGeom>
              <a:avLst/>
              <a:pathLst>
                <a:path w="0" h="6699">
                  <a:moveTo>
                    <a:pt x="0" y="66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7952038" y="6511084"/>
              <a:ext cx="0" cy="16395"/>
            </a:xfrm>
            <a:custGeom>
              <a:avLst/>
              <a:pathLst>
                <a:path w="0" h="16395">
                  <a:moveTo>
                    <a:pt x="0" y="0"/>
                  </a:moveTo>
                  <a:lnTo>
                    <a:pt x="0" y="16395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6"/>
            <p:cNvSpPr/>
            <p:nvPr/>
          </p:nvSpPr>
          <p:spPr>
            <a:xfrm>
              <a:off x="7919239" y="6487989"/>
              <a:ext cx="65598" cy="23094"/>
            </a:xfrm>
            <a:custGeom>
              <a:avLst/>
              <a:pathLst>
                <a:path w="65598" h="23094">
                  <a:moveTo>
                    <a:pt x="0" y="0"/>
                  </a:moveTo>
                  <a:lnTo>
                    <a:pt x="0" y="23094"/>
                  </a:lnTo>
                  <a:lnTo>
                    <a:pt x="65598" y="23094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7919239" y="6494688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8039502" y="6374288"/>
              <a:ext cx="0" cy="15609"/>
            </a:xfrm>
            <a:custGeom>
              <a:avLst/>
              <a:pathLst>
                <a:path w="0" h="15609">
                  <a:moveTo>
                    <a:pt x="0" y="156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8039502" y="6411716"/>
              <a:ext cx="0" cy="6210"/>
            </a:xfrm>
            <a:custGeom>
              <a:avLst/>
              <a:pathLst>
                <a:path w="0" h="6210">
                  <a:moveTo>
                    <a:pt x="0" y="0"/>
                  </a:moveTo>
                  <a:lnTo>
                    <a:pt x="0" y="621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90"/>
            <p:cNvSpPr/>
            <p:nvPr/>
          </p:nvSpPr>
          <p:spPr>
            <a:xfrm>
              <a:off x="8006703" y="6389897"/>
              <a:ext cx="65598" cy="21819"/>
            </a:xfrm>
            <a:custGeom>
              <a:avLst/>
              <a:pathLst>
                <a:path w="65598" h="21819">
                  <a:moveTo>
                    <a:pt x="0" y="0"/>
                  </a:moveTo>
                  <a:lnTo>
                    <a:pt x="0" y="21819"/>
                  </a:lnTo>
                  <a:lnTo>
                    <a:pt x="65598" y="21819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8006703" y="6405506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8126967" y="6312620"/>
              <a:ext cx="0" cy="6979"/>
            </a:xfrm>
            <a:custGeom>
              <a:avLst/>
              <a:pathLst>
                <a:path w="0" h="6979">
                  <a:moveTo>
                    <a:pt x="0" y="69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8126967" y="6334894"/>
              <a:ext cx="0" cy="8315"/>
            </a:xfrm>
            <a:custGeom>
              <a:avLst/>
              <a:pathLst>
                <a:path w="0" h="8315">
                  <a:moveTo>
                    <a:pt x="0" y="0"/>
                  </a:moveTo>
                  <a:lnTo>
                    <a:pt x="0" y="831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4"/>
            <p:cNvSpPr/>
            <p:nvPr/>
          </p:nvSpPr>
          <p:spPr>
            <a:xfrm>
              <a:off x="8094168" y="6319599"/>
              <a:ext cx="65598" cy="15294"/>
            </a:xfrm>
            <a:custGeom>
              <a:avLst/>
              <a:pathLst>
                <a:path w="65598" h="15294">
                  <a:moveTo>
                    <a:pt x="0" y="0"/>
                  </a:moveTo>
                  <a:lnTo>
                    <a:pt x="0" y="15294"/>
                  </a:lnTo>
                  <a:lnTo>
                    <a:pt x="65598" y="15294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8094168" y="6326578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8214432" y="6200028"/>
              <a:ext cx="0" cy="18552"/>
            </a:xfrm>
            <a:custGeom>
              <a:avLst/>
              <a:pathLst>
                <a:path w="0" h="18552">
                  <a:moveTo>
                    <a:pt x="0" y="1855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8214432" y="6246558"/>
              <a:ext cx="0" cy="9424"/>
            </a:xfrm>
            <a:custGeom>
              <a:avLst/>
              <a:pathLst>
                <a:path w="0" h="9424">
                  <a:moveTo>
                    <a:pt x="0" y="0"/>
                  </a:moveTo>
                  <a:lnTo>
                    <a:pt x="0" y="9424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8"/>
            <p:cNvSpPr/>
            <p:nvPr/>
          </p:nvSpPr>
          <p:spPr>
            <a:xfrm>
              <a:off x="8181632" y="6218581"/>
              <a:ext cx="65598" cy="27977"/>
            </a:xfrm>
            <a:custGeom>
              <a:avLst/>
              <a:pathLst>
                <a:path w="65598" h="27977">
                  <a:moveTo>
                    <a:pt x="0" y="0"/>
                  </a:moveTo>
                  <a:lnTo>
                    <a:pt x="0" y="27977"/>
                  </a:lnTo>
                  <a:lnTo>
                    <a:pt x="65598" y="27977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8181632" y="6237133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8301896" y="6100241"/>
              <a:ext cx="0" cy="20850"/>
            </a:xfrm>
            <a:custGeom>
              <a:avLst/>
              <a:pathLst>
                <a:path w="0" h="20850">
                  <a:moveTo>
                    <a:pt x="0" y="208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8301896" y="6226905"/>
              <a:ext cx="0" cy="84963"/>
            </a:xfrm>
            <a:custGeom>
              <a:avLst/>
              <a:pathLst>
                <a:path w="0" h="84963">
                  <a:moveTo>
                    <a:pt x="0" y="0"/>
                  </a:moveTo>
                  <a:lnTo>
                    <a:pt x="0" y="84963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2"/>
            <p:cNvSpPr/>
            <p:nvPr/>
          </p:nvSpPr>
          <p:spPr>
            <a:xfrm>
              <a:off x="8269097" y="6121091"/>
              <a:ext cx="65598" cy="105813"/>
            </a:xfrm>
            <a:custGeom>
              <a:avLst/>
              <a:pathLst>
                <a:path w="65598" h="105813">
                  <a:moveTo>
                    <a:pt x="0" y="0"/>
                  </a:moveTo>
                  <a:lnTo>
                    <a:pt x="0" y="105813"/>
                  </a:lnTo>
                  <a:lnTo>
                    <a:pt x="65598" y="105813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8269097" y="6141941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8389361" y="5944866"/>
              <a:ext cx="0" cy="36607"/>
            </a:xfrm>
            <a:custGeom>
              <a:avLst/>
              <a:pathLst>
                <a:path w="0" h="36607">
                  <a:moveTo>
                    <a:pt x="0" y="3660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8389361" y="6054689"/>
              <a:ext cx="0" cy="36607"/>
            </a:xfrm>
            <a:custGeom>
              <a:avLst/>
              <a:pathLst>
                <a:path w="0" h="36607">
                  <a:moveTo>
                    <a:pt x="0" y="0"/>
                  </a:moveTo>
                  <a:lnTo>
                    <a:pt x="0" y="36607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6"/>
            <p:cNvSpPr/>
            <p:nvPr/>
          </p:nvSpPr>
          <p:spPr>
            <a:xfrm>
              <a:off x="8356562" y="5981474"/>
              <a:ext cx="65598" cy="73215"/>
            </a:xfrm>
            <a:custGeom>
              <a:avLst/>
              <a:pathLst>
                <a:path w="65598" h="73215">
                  <a:moveTo>
                    <a:pt x="0" y="0"/>
                  </a:moveTo>
                  <a:lnTo>
                    <a:pt x="0" y="73215"/>
                  </a:lnTo>
                  <a:lnTo>
                    <a:pt x="65598" y="73215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8356562" y="6018081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7899559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8511429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8511429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8511429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8511429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8511429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8511429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8511429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8511429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8511429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8613106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878256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895203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8511429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8511429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8511429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8511429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8511429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8511429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8511429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8511429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8511429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8511429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8511429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8613106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878256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895203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511429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8511429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8511429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8511429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8511429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8511429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8511429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8511429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8511429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8613106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878256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895203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8511429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8511429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8511429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8511429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8511429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8511429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8511429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8511429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8511429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8511429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8613106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878256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895203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8613106" y="63906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8613106" y="63906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2"/>
            <p:cNvSpPr/>
            <p:nvPr/>
          </p:nvSpPr>
          <p:spPr>
            <a:xfrm>
              <a:off x="8549558" y="6390604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8549558" y="6390604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8782569" y="6390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8782569" y="6390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6"/>
            <p:cNvSpPr/>
            <p:nvPr/>
          </p:nvSpPr>
          <p:spPr>
            <a:xfrm>
              <a:off x="8719021" y="6390098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8719021" y="6390098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8952032" y="61046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8952032" y="61046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70"/>
            <p:cNvSpPr/>
            <p:nvPr/>
          </p:nvSpPr>
          <p:spPr>
            <a:xfrm>
              <a:off x="8888483" y="610462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8888483" y="610462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8511429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1780862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tx1074"/>
            <p:cNvSpPr/>
            <p:nvPr/>
          </p:nvSpPr>
          <p:spPr>
            <a:xfrm>
              <a:off x="1881147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75" name="rc1075"/>
            <p:cNvSpPr/>
            <p:nvPr/>
          </p:nvSpPr>
          <p:spPr>
            <a:xfrm>
              <a:off x="1780862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tx1076"/>
            <p:cNvSpPr/>
            <p:nvPr/>
          </p:nvSpPr>
          <p:spPr>
            <a:xfrm>
              <a:off x="2020913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77" name="rc1077"/>
            <p:cNvSpPr/>
            <p:nvPr/>
          </p:nvSpPr>
          <p:spPr>
            <a:xfrm>
              <a:off x="2392732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tx1078"/>
            <p:cNvSpPr/>
            <p:nvPr/>
          </p:nvSpPr>
          <p:spPr>
            <a:xfrm>
              <a:off x="2493017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79" name="rc1079"/>
            <p:cNvSpPr/>
            <p:nvPr/>
          </p:nvSpPr>
          <p:spPr>
            <a:xfrm>
              <a:off x="2392732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tx1080"/>
            <p:cNvSpPr/>
            <p:nvPr/>
          </p:nvSpPr>
          <p:spPr>
            <a:xfrm>
              <a:off x="2632783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81" name="rc1081"/>
            <p:cNvSpPr/>
            <p:nvPr/>
          </p:nvSpPr>
          <p:spPr>
            <a:xfrm>
              <a:off x="3004602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tx1082"/>
            <p:cNvSpPr/>
            <p:nvPr/>
          </p:nvSpPr>
          <p:spPr>
            <a:xfrm>
              <a:off x="3104886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83" name="rc1083"/>
            <p:cNvSpPr/>
            <p:nvPr/>
          </p:nvSpPr>
          <p:spPr>
            <a:xfrm>
              <a:off x="3004602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tx1084"/>
            <p:cNvSpPr/>
            <p:nvPr/>
          </p:nvSpPr>
          <p:spPr>
            <a:xfrm>
              <a:off x="3244652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085" name="rc1085"/>
            <p:cNvSpPr/>
            <p:nvPr/>
          </p:nvSpPr>
          <p:spPr>
            <a:xfrm>
              <a:off x="3616471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tx1086"/>
            <p:cNvSpPr/>
            <p:nvPr/>
          </p:nvSpPr>
          <p:spPr>
            <a:xfrm>
              <a:off x="3716756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87" name="rc1087"/>
            <p:cNvSpPr/>
            <p:nvPr/>
          </p:nvSpPr>
          <p:spPr>
            <a:xfrm>
              <a:off x="3616471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tx1088"/>
            <p:cNvSpPr/>
            <p:nvPr/>
          </p:nvSpPr>
          <p:spPr>
            <a:xfrm>
              <a:off x="3856522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89" name="rc1089"/>
            <p:cNvSpPr/>
            <p:nvPr/>
          </p:nvSpPr>
          <p:spPr>
            <a:xfrm>
              <a:off x="4228341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tx1090"/>
            <p:cNvSpPr/>
            <p:nvPr/>
          </p:nvSpPr>
          <p:spPr>
            <a:xfrm>
              <a:off x="4328626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91" name="rc1091"/>
            <p:cNvSpPr/>
            <p:nvPr/>
          </p:nvSpPr>
          <p:spPr>
            <a:xfrm>
              <a:off x="4228341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tx1092"/>
            <p:cNvSpPr/>
            <p:nvPr/>
          </p:nvSpPr>
          <p:spPr>
            <a:xfrm>
              <a:off x="4468392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93" name="rc1093"/>
            <p:cNvSpPr/>
            <p:nvPr/>
          </p:nvSpPr>
          <p:spPr>
            <a:xfrm>
              <a:off x="4840211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tx1094"/>
            <p:cNvSpPr/>
            <p:nvPr/>
          </p:nvSpPr>
          <p:spPr>
            <a:xfrm>
              <a:off x="4940495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95" name="rc1095"/>
            <p:cNvSpPr/>
            <p:nvPr/>
          </p:nvSpPr>
          <p:spPr>
            <a:xfrm>
              <a:off x="4840211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tx1096"/>
            <p:cNvSpPr/>
            <p:nvPr/>
          </p:nvSpPr>
          <p:spPr>
            <a:xfrm>
              <a:off x="5080261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097" name="rc1097"/>
            <p:cNvSpPr/>
            <p:nvPr/>
          </p:nvSpPr>
          <p:spPr>
            <a:xfrm>
              <a:off x="5452080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tx1098"/>
            <p:cNvSpPr/>
            <p:nvPr/>
          </p:nvSpPr>
          <p:spPr>
            <a:xfrm>
              <a:off x="5555520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099" name="rc1099"/>
            <p:cNvSpPr/>
            <p:nvPr/>
          </p:nvSpPr>
          <p:spPr>
            <a:xfrm>
              <a:off x="5452080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tx1100"/>
            <p:cNvSpPr/>
            <p:nvPr/>
          </p:nvSpPr>
          <p:spPr>
            <a:xfrm>
              <a:off x="5692131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01" name="rc1101"/>
            <p:cNvSpPr/>
            <p:nvPr/>
          </p:nvSpPr>
          <p:spPr>
            <a:xfrm>
              <a:off x="6063950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tx1102"/>
            <p:cNvSpPr/>
            <p:nvPr/>
          </p:nvSpPr>
          <p:spPr>
            <a:xfrm>
              <a:off x="6167389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03" name="rc1103"/>
            <p:cNvSpPr/>
            <p:nvPr/>
          </p:nvSpPr>
          <p:spPr>
            <a:xfrm>
              <a:off x="6063950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tx1104"/>
            <p:cNvSpPr/>
            <p:nvPr/>
          </p:nvSpPr>
          <p:spPr>
            <a:xfrm>
              <a:off x="6304001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05" name="rc1105"/>
            <p:cNvSpPr/>
            <p:nvPr/>
          </p:nvSpPr>
          <p:spPr>
            <a:xfrm>
              <a:off x="6675820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tx1106"/>
            <p:cNvSpPr/>
            <p:nvPr/>
          </p:nvSpPr>
          <p:spPr>
            <a:xfrm>
              <a:off x="6779259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07" name="rc1107"/>
            <p:cNvSpPr/>
            <p:nvPr/>
          </p:nvSpPr>
          <p:spPr>
            <a:xfrm>
              <a:off x="6675820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tx1108"/>
            <p:cNvSpPr/>
            <p:nvPr/>
          </p:nvSpPr>
          <p:spPr>
            <a:xfrm>
              <a:off x="6915870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09" name="rc1109"/>
            <p:cNvSpPr/>
            <p:nvPr/>
          </p:nvSpPr>
          <p:spPr>
            <a:xfrm>
              <a:off x="7287689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tx1110"/>
            <p:cNvSpPr/>
            <p:nvPr/>
          </p:nvSpPr>
          <p:spPr>
            <a:xfrm>
              <a:off x="7391129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11" name="rc1111"/>
            <p:cNvSpPr/>
            <p:nvPr/>
          </p:nvSpPr>
          <p:spPr>
            <a:xfrm>
              <a:off x="7287689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tx1112"/>
            <p:cNvSpPr/>
            <p:nvPr/>
          </p:nvSpPr>
          <p:spPr>
            <a:xfrm>
              <a:off x="7527740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13" name="rc1113"/>
            <p:cNvSpPr/>
            <p:nvPr/>
          </p:nvSpPr>
          <p:spPr>
            <a:xfrm>
              <a:off x="7899559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tx1114"/>
            <p:cNvSpPr/>
            <p:nvPr/>
          </p:nvSpPr>
          <p:spPr>
            <a:xfrm>
              <a:off x="8002998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15" name="rc1115"/>
            <p:cNvSpPr/>
            <p:nvPr/>
          </p:nvSpPr>
          <p:spPr>
            <a:xfrm>
              <a:off x="7899559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tx1116"/>
            <p:cNvSpPr/>
            <p:nvPr/>
          </p:nvSpPr>
          <p:spPr>
            <a:xfrm>
              <a:off x="8139610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17" name="rc1117"/>
            <p:cNvSpPr/>
            <p:nvPr/>
          </p:nvSpPr>
          <p:spPr>
            <a:xfrm>
              <a:off x="8511429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tx1118"/>
            <p:cNvSpPr/>
            <p:nvPr/>
          </p:nvSpPr>
          <p:spPr>
            <a:xfrm>
              <a:off x="8614868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19" name="rc1119"/>
            <p:cNvSpPr/>
            <p:nvPr/>
          </p:nvSpPr>
          <p:spPr>
            <a:xfrm>
              <a:off x="8511429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tx1120"/>
            <p:cNvSpPr/>
            <p:nvPr/>
          </p:nvSpPr>
          <p:spPr>
            <a:xfrm>
              <a:off x="8751479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121" name="rc1121"/>
            <p:cNvSpPr/>
            <p:nvPr/>
          </p:nvSpPr>
          <p:spPr>
            <a:xfrm>
              <a:off x="9053709" y="1181256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tx1122"/>
            <p:cNvSpPr/>
            <p:nvPr/>
          </p:nvSpPr>
          <p:spPr>
            <a:xfrm rot="5400000">
              <a:off x="9092784" y="1805704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123" name="rc1123"/>
            <p:cNvSpPr/>
            <p:nvPr/>
          </p:nvSpPr>
          <p:spPr>
            <a:xfrm>
              <a:off x="9053709" y="2579751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tx1124"/>
            <p:cNvSpPr/>
            <p:nvPr/>
          </p:nvSpPr>
          <p:spPr>
            <a:xfrm rot="5400000">
              <a:off x="9092784" y="3204199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125" name="rc1125"/>
            <p:cNvSpPr/>
            <p:nvPr/>
          </p:nvSpPr>
          <p:spPr>
            <a:xfrm>
              <a:off x="9053709" y="3978246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tx1126"/>
            <p:cNvSpPr/>
            <p:nvPr/>
          </p:nvSpPr>
          <p:spPr>
            <a:xfrm rot="5400000">
              <a:off x="9092784" y="4602694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1127" name="rc1127"/>
            <p:cNvSpPr/>
            <p:nvPr/>
          </p:nvSpPr>
          <p:spPr>
            <a:xfrm>
              <a:off x="9053709" y="5376741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tx1128"/>
            <p:cNvSpPr/>
            <p:nvPr/>
          </p:nvSpPr>
          <p:spPr>
            <a:xfrm rot="5400000">
              <a:off x="9092784" y="6001189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1129" name="pl1129"/>
            <p:cNvSpPr/>
            <p:nvPr/>
          </p:nvSpPr>
          <p:spPr>
            <a:xfrm>
              <a:off x="188254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205200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222146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tx1132"/>
            <p:cNvSpPr/>
            <p:nvPr/>
          </p:nvSpPr>
          <p:spPr>
            <a:xfrm>
              <a:off x="1851450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33" name="tx1133"/>
            <p:cNvSpPr/>
            <p:nvPr/>
          </p:nvSpPr>
          <p:spPr>
            <a:xfrm>
              <a:off x="202091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34" name="tx1134"/>
            <p:cNvSpPr/>
            <p:nvPr/>
          </p:nvSpPr>
          <p:spPr>
            <a:xfrm>
              <a:off x="2193530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35" name="pl1135"/>
            <p:cNvSpPr/>
            <p:nvPr/>
          </p:nvSpPr>
          <p:spPr>
            <a:xfrm>
              <a:off x="247020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259931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272842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285754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tx1139"/>
            <p:cNvSpPr/>
            <p:nvPr/>
          </p:nvSpPr>
          <p:spPr>
            <a:xfrm>
              <a:off x="243911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40" name="tx1140"/>
            <p:cNvSpPr/>
            <p:nvPr/>
          </p:nvSpPr>
          <p:spPr>
            <a:xfrm>
              <a:off x="256822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41" name="tx1141"/>
            <p:cNvSpPr/>
            <p:nvPr/>
          </p:nvSpPr>
          <p:spPr>
            <a:xfrm>
              <a:off x="2700494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42" name="tx1142"/>
            <p:cNvSpPr/>
            <p:nvPr/>
          </p:nvSpPr>
          <p:spPr>
            <a:xfrm>
              <a:off x="2826454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43" name="pl1143"/>
            <p:cNvSpPr/>
            <p:nvPr/>
          </p:nvSpPr>
          <p:spPr>
            <a:xfrm>
              <a:off x="306717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317145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327574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338002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348431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tx1148"/>
            <p:cNvSpPr/>
            <p:nvPr/>
          </p:nvSpPr>
          <p:spPr>
            <a:xfrm>
              <a:off x="303608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49" name="tx1149"/>
            <p:cNvSpPr/>
            <p:nvPr/>
          </p:nvSpPr>
          <p:spPr>
            <a:xfrm>
              <a:off x="3140368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50" name="tx1150"/>
            <p:cNvSpPr/>
            <p:nvPr/>
          </p:nvSpPr>
          <p:spPr>
            <a:xfrm>
              <a:off x="3247807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51" name="tx1151"/>
            <p:cNvSpPr/>
            <p:nvPr/>
          </p:nvSpPr>
          <p:spPr>
            <a:xfrm>
              <a:off x="334893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52" name="tx1152"/>
            <p:cNvSpPr/>
            <p:nvPr/>
          </p:nvSpPr>
          <p:spPr>
            <a:xfrm>
              <a:off x="345322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53" name="pl1153"/>
            <p:cNvSpPr/>
            <p:nvPr/>
          </p:nvSpPr>
          <p:spPr>
            <a:xfrm>
              <a:off x="367904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378332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388761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3991896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09618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tx1158"/>
            <p:cNvSpPr/>
            <p:nvPr/>
          </p:nvSpPr>
          <p:spPr>
            <a:xfrm>
              <a:off x="364795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59" name="tx1159"/>
            <p:cNvSpPr/>
            <p:nvPr/>
          </p:nvSpPr>
          <p:spPr>
            <a:xfrm>
              <a:off x="375223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60" name="tx1160"/>
            <p:cNvSpPr/>
            <p:nvPr/>
          </p:nvSpPr>
          <p:spPr>
            <a:xfrm>
              <a:off x="3859677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61" name="tx1161"/>
            <p:cNvSpPr/>
            <p:nvPr/>
          </p:nvSpPr>
          <p:spPr>
            <a:xfrm>
              <a:off x="396080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62" name="tx1162"/>
            <p:cNvSpPr/>
            <p:nvPr/>
          </p:nvSpPr>
          <p:spPr>
            <a:xfrm>
              <a:off x="406509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63" name="pl1163"/>
            <p:cNvSpPr/>
            <p:nvPr/>
          </p:nvSpPr>
          <p:spPr>
            <a:xfrm>
              <a:off x="428082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6828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45574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54321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63067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71814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tx1169"/>
            <p:cNvSpPr/>
            <p:nvPr/>
          </p:nvSpPr>
          <p:spPr>
            <a:xfrm>
              <a:off x="4249730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70" name="tx1170"/>
            <p:cNvSpPr/>
            <p:nvPr/>
          </p:nvSpPr>
          <p:spPr>
            <a:xfrm>
              <a:off x="433719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71" name="tx1171"/>
            <p:cNvSpPr/>
            <p:nvPr/>
          </p:nvSpPr>
          <p:spPr>
            <a:xfrm>
              <a:off x="4427814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72" name="tx1172"/>
            <p:cNvSpPr/>
            <p:nvPr/>
          </p:nvSpPr>
          <p:spPr>
            <a:xfrm>
              <a:off x="4512124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73" name="tx1173"/>
            <p:cNvSpPr/>
            <p:nvPr/>
          </p:nvSpPr>
          <p:spPr>
            <a:xfrm>
              <a:off x="459958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4" name="tx1174"/>
            <p:cNvSpPr/>
            <p:nvPr/>
          </p:nvSpPr>
          <p:spPr>
            <a:xfrm>
              <a:off x="4702598" y="6768277"/>
              <a:ext cx="3108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1175" name="pl1175"/>
            <p:cNvSpPr/>
            <p:nvPr/>
          </p:nvSpPr>
          <p:spPr>
            <a:xfrm>
              <a:off x="498810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523459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tx1177"/>
            <p:cNvSpPr/>
            <p:nvPr/>
          </p:nvSpPr>
          <p:spPr>
            <a:xfrm>
              <a:off x="4957016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78" name="tx1178"/>
            <p:cNvSpPr/>
            <p:nvPr/>
          </p:nvSpPr>
          <p:spPr>
            <a:xfrm>
              <a:off x="520350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79" name="pl1179"/>
            <p:cNvSpPr/>
            <p:nvPr/>
          </p:nvSpPr>
          <p:spPr>
            <a:xfrm>
              <a:off x="555375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572322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589268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tx1182"/>
            <p:cNvSpPr/>
            <p:nvPr/>
          </p:nvSpPr>
          <p:spPr>
            <a:xfrm>
              <a:off x="5522668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83" name="tx1183"/>
            <p:cNvSpPr/>
            <p:nvPr/>
          </p:nvSpPr>
          <p:spPr>
            <a:xfrm>
              <a:off x="569213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84" name="tx1184"/>
            <p:cNvSpPr/>
            <p:nvPr/>
          </p:nvSpPr>
          <p:spPr>
            <a:xfrm>
              <a:off x="5864748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85" name="pl1185"/>
            <p:cNvSpPr/>
            <p:nvPr/>
          </p:nvSpPr>
          <p:spPr>
            <a:xfrm>
              <a:off x="614141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627053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639964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652876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tx1189"/>
            <p:cNvSpPr/>
            <p:nvPr/>
          </p:nvSpPr>
          <p:spPr>
            <a:xfrm>
              <a:off x="611032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90" name="tx1190"/>
            <p:cNvSpPr/>
            <p:nvPr/>
          </p:nvSpPr>
          <p:spPr>
            <a:xfrm>
              <a:off x="623944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91" name="tx1191"/>
            <p:cNvSpPr/>
            <p:nvPr/>
          </p:nvSpPr>
          <p:spPr>
            <a:xfrm>
              <a:off x="6371713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92" name="tx1192"/>
            <p:cNvSpPr/>
            <p:nvPr/>
          </p:nvSpPr>
          <p:spPr>
            <a:xfrm>
              <a:off x="649767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93" name="pl1193"/>
            <p:cNvSpPr/>
            <p:nvPr/>
          </p:nvSpPr>
          <p:spPr>
            <a:xfrm>
              <a:off x="675328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688240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701151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714063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tx1197"/>
            <p:cNvSpPr/>
            <p:nvPr/>
          </p:nvSpPr>
          <p:spPr>
            <a:xfrm>
              <a:off x="672219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98" name="tx1198"/>
            <p:cNvSpPr/>
            <p:nvPr/>
          </p:nvSpPr>
          <p:spPr>
            <a:xfrm>
              <a:off x="685131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99" name="tx1199"/>
            <p:cNvSpPr/>
            <p:nvPr/>
          </p:nvSpPr>
          <p:spPr>
            <a:xfrm>
              <a:off x="6983582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00" name="tx1200"/>
            <p:cNvSpPr/>
            <p:nvPr/>
          </p:nvSpPr>
          <p:spPr>
            <a:xfrm>
              <a:off x="710954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1" name="pl1201"/>
            <p:cNvSpPr/>
            <p:nvPr/>
          </p:nvSpPr>
          <p:spPr>
            <a:xfrm>
              <a:off x="735026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745454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755883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766311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776739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tx1206"/>
            <p:cNvSpPr/>
            <p:nvPr/>
          </p:nvSpPr>
          <p:spPr>
            <a:xfrm>
              <a:off x="731917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07" name="tx1207"/>
            <p:cNvSpPr/>
            <p:nvPr/>
          </p:nvSpPr>
          <p:spPr>
            <a:xfrm>
              <a:off x="742345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08" name="tx1208"/>
            <p:cNvSpPr/>
            <p:nvPr/>
          </p:nvSpPr>
          <p:spPr>
            <a:xfrm>
              <a:off x="7530895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09" name="tx1209"/>
            <p:cNvSpPr/>
            <p:nvPr/>
          </p:nvSpPr>
          <p:spPr>
            <a:xfrm>
              <a:off x="763202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210" name="tx1210"/>
            <p:cNvSpPr/>
            <p:nvPr/>
          </p:nvSpPr>
          <p:spPr>
            <a:xfrm>
              <a:off x="7736310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11" name="pl1211"/>
            <p:cNvSpPr/>
            <p:nvPr/>
          </p:nvSpPr>
          <p:spPr>
            <a:xfrm>
              <a:off x="795203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803950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812696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821443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8301896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838936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tx1217"/>
            <p:cNvSpPr/>
            <p:nvPr/>
          </p:nvSpPr>
          <p:spPr>
            <a:xfrm>
              <a:off x="7920948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18" name="tx1218"/>
            <p:cNvSpPr/>
            <p:nvPr/>
          </p:nvSpPr>
          <p:spPr>
            <a:xfrm>
              <a:off x="800841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19" name="tx1219"/>
            <p:cNvSpPr/>
            <p:nvPr/>
          </p:nvSpPr>
          <p:spPr>
            <a:xfrm>
              <a:off x="8099032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20" name="tx1220"/>
            <p:cNvSpPr/>
            <p:nvPr/>
          </p:nvSpPr>
          <p:spPr>
            <a:xfrm>
              <a:off x="818334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221" name="tx1221"/>
            <p:cNvSpPr/>
            <p:nvPr/>
          </p:nvSpPr>
          <p:spPr>
            <a:xfrm>
              <a:off x="827080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22" name="tx1222"/>
            <p:cNvSpPr/>
            <p:nvPr/>
          </p:nvSpPr>
          <p:spPr>
            <a:xfrm>
              <a:off x="8373816" y="6768277"/>
              <a:ext cx="3108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1223" name="pl1223"/>
            <p:cNvSpPr/>
            <p:nvPr/>
          </p:nvSpPr>
          <p:spPr>
            <a:xfrm>
              <a:off x="8613106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878256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895203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tx1226"/>
            <p:cNvSpPr/>
            <p:nvPr/>
          </p:nvSpPr>
          <p:spPr>
            <a:xfrm>
              <a:off x="858201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27" name="tx1227"/>
            <p:cNvSpPr/>
            <p:nvPr/>
          </p:nvSpPr>
          <p:spPr>
            <a:xfrm>
              <a:off x="875147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28" name="tx1228"/>
            <p:cNvSpPr/>
            <p:nvPr/>
          </p:nvSpPr>
          <p:spPr>
            <a:xfrm>
              <a:off x="8924097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29" name="tx1229"/>
            <p:cNvSpPr/>
            <p:nvPr/>
          </p:nvSpPr>
          <p:spPr>
            <a:xfrm>
              <a:off x="1656053" y="218066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30" name="tx1230"/>
            <p:cNvSpPr/>
            <p:nvPr/>
          </p:nvSpPr>
          <p:spPr>
            <a:xfrm>
              <a:off x="1656053" y="184854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231" name="tx1231"/>
            <p:cNvSpPr/>
            <p:nvPr/>
          </p:nvSpPr>
          <p:spPr>
            <a:xfrm>
              <a:off x="1593874" y="151641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232" name="tx1232"/>
            <p:cNvSpPr/>
            <p:nvPr/>
          </p:nvSpPr>
          <p:spPr>
            <a:xfrm>
              <a:off x="1593874" y="118429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33" name="pl1233"/>
            <p:cNvSpPr/>
            <p:nvPr/>
          </p:nvSpPr>
          <p:spPr>
            <a:xfrm>
              <a:off x="1746068" y="22206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1746068" y="18885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1746068" y="15564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1746068" y="12242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tx1237"/>
            <p:cNvSpPr/>
            <p:nvPr/>
          </p:nvSpPr>
          <p:spPr>
            <a:xfrm>
              <a:off x="1656053" y="374598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38" name="tx1238"/>
            <p:cNvSpPr/>
            <p:nvPr/>
          </p:nvSpPr>
          <p:spPr>
            <a:xfrm>
              <a:off x="1656053" y="347576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39" name="tx1239"/>
            <p:cNvSpPr/>
            <p:nvPr/>
          </p:nvSpPr>
          <p:spPr>
            <a:xfrm>
              <a:off x="1656053" y="320553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40" name="tx1240"/>
            <p:cNvSpPr/>
            <p:nvPr/>
          </p:nvSpPr>
          <p:spPr>
            <a:xfrm>
              <a:off x="1656053" y="293531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41" name="tx1241"/>
            <p:cNvSpPr/>
            <p:nvPr/>
          </p:nvSpPr>
          <p:spPr>
            <a:xfrm>
              <a:off x="1656053" y="266508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42" name="pl1242"/>
            <p:cNvSpPr/>
            <p:nvPr/>
          </p:nvSpPr>
          <p:spPr>
            <a:xfrm>
              <a:off x="1746068" y="37859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1746068" y="3515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1746068" y="3245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1746068" y="29753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1746068" y="27050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tx1247"/>
            <p:cNvSpPr/>
            <p:nvPr/>
          </p:nvSpPr>
          <p:spPr>
            <a:xfrm>
              <a:off x="1656053" y="49014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48" name="tx1248"/>
            <p:cNvSpPr/>
            <p:nvPr/>
          </p:nvSpPr>
          <p:spPr>
            <a:xfrm>
              <a:off x="1656053" y="45184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49" name="tx1249"/>
            <p:cNvSpPr/>
            <p:nvPr/>
          </p:nvSpPr>
          <p:spPr>
            <a:xfrm>
              <a:off x="1656053" y="413544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250" name="pl1250"/>
            <p:cNvSpPr/>
            <p:nvPr/>
          </p:nvSpPr>
          <p:spPr>
            <a:xfrm>
              <a:off x="1746068" y="49414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1746068" y="45584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1746068" y="41754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tx1253"/>
            <p:cNvSpPr/>
            <p:nvPr/>
          </p:nvSpPr>
          <p:spPr>
            <a:xfrm>
              <a:off x="1656053" y="665586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54" name="tx1254"/>
            <p:cNvSpPr/>
            <p:nvPr/>
          </p:nvSpPr>
          <p:spPr>
            <a:xfrm>
              <a:off x="1656053" y="630647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55" name="tx1255"/>
            <p:cNvSpPr/>
            <p:nvPr/>
          </p:nvSpPr>
          <p:spPr>
            <a:xfrm>
              <a:off x="1656053" y="5957078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56" name="tx1256"/>
            <p:cNvSpPr/>
            <p:nvPr/>
          </p:nvSpPr>
          <p:spPr>
            <a:xfrm>
              <a:off x="1656053" y="560768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257" name="pl1257"/>
            <p:cNvSpPr/>
            <p:nvPr/>
          </p:nvSpPr>
          <p:spPr>
            <a:xfrm>
              <a:off x="1746068" y="66958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1746068" y="63464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1746068" y="59970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1746068" y="56476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tx1261"/>
            <p:cNvSpPr/>
            <p:nvPr/>
          </p:nvSpPr>
          <p:spPr>
            <a:xfrm>
              <a:off x="4201728" y="6906581"/>
              <a:ext cx="243111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 from stem (a = near → f = far)</a:t>
              </a:r>
            </a:p>
          </p:txBody>
        </p:sp>
        <p:sp>
          <p:nvSpPr>
            <p:cNvPr id="1262" name="tx1262"/>
            <p:cNvSpPr/>
            <p:nvPr/>
          </p:nvSpPr>
          <p:spPr>
            <a:xfrm rot="-5400000">
              <a:off x="788240" y="3893434"/>
              <a:ext cx="138275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1263" name="tx1263"/>
            <p:cNvSpPr/>
            <p:nvPr/>
          </p:nvSpPr>
          <p:spPr>
            <a:xfrm>
              <a:off x="1780862" y="526789"/>
              <a:ext cx="383682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Intra-leaf protein spatial gradient (by leaf and stage)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93800" y="457200"/>
            <a:ext cx="8310563" cy="6648450"/>
            <a:chOff x="1193800" y="457200"/>
            <a:chExt cx="8310563" cy="6648450"/>
          </a:xfrm>
        </p:grpSpPr>
        <p:sp>
          <p:nvSpPr>
            <p:cNvPr id="3" name="rc3"/>
            <p:cNvSpPr/>
            <p:nvPr/>
          </p:nvSpPr>
          <p:spPr>
            <a:xfrm>
              <a:off x="1193800" y="457200"/>
              <a:ext cx="8310562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504362" y="457200"/>
              <a:ext cx="0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54284" y="1012587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54284" y="2913875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54284" y="2080350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54284" y="1246824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54284" y="3330638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754284" y="2497112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54284" y="166358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22716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70103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17489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64876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812263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33239" y="2352496"/>
              <a:ext cx="0" cy="131530"/>
            </a:xfrm>
            <a:custGeom>
              <a:avLst/>
              <a:pathLst>
                <a:path w="0" h="131530">
                  <a:moveTo>
                    <a:pt x="0" y="13153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933239" y="2928378"/>
              <a:ext cx="0" cy="312822"/>
            </a:xfrm>
            <a:custGeom>
              <a:avLst/>
              <a:pathLst>
                <a:path w="0" h="312822">
                  <a:moveTo>
                    <a:pt x="0" y="0"/>
                  </a:moveTo>
                  <a:lnTo>
                    <a:pt x="0" y="31282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849353" y="2484026"/>
              <a:ext cx="167770" cy="444352"/>
            </a:xfrm>
            <a:custGeom>
              <a:avLst/>
              <a:pathLst>
                <a:path w="167770" h="444352">
                  <a:moveTo>
                    <a:pt x="0" y="0"/>
                  </a:moveTo>
                  <a:lnTo>
                    <a:pt x="0" y="444352"/>
                  </a:lnTo>
                  <a:lnTo>
                    <a:pt x="167770" y="444352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9353" y="261555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12193" y="1689260"/>
              <a:ext cx="0" cy="248473"/>
            </a:xfrm>
            <a:custGeom>
              <a:avLst/>
              <a:pathLst>
                <a:path w="0" h="248473">
                  <a:moveTo>
                    <a:pt x="0" y="24847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12193" y="2269435"/>
              <a:ext cx="0" cy="83227"/>
            </a:xfrm>
            <a:custGeom>
              <a:avLst/>
              <a:pathLst>
                <a:path w="0" h="83227">
                  <a:moveTo>
                    <a:pt x="0" y="0"/>
                  </a:moveTo>
                  <a:lnTo>
                    <a:pt x="0" y="8322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028308" y="1937734"/>
              <a:ext cx="167770" cy="331701"/>
            </a:xfrm>
            <a:custGeom>
              <a:avLst/>
              <a:pathLst>
                <a:path w="167770" h="331701">
                  <a:moveTo>
                    <a:pt x="0" y="0"/>
                  </a:moveTo>
                  <a:lnTo>
                    <a:pt x="0" y="331701"/>
                  </a:lnTo>
                  <a:lnTo>
                    <a:pt x="167770" y="331701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28308" y="218620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80625" y="2862780"/>
              <a:ext cx="0" cy="83602"/>
            </a:xfrm>
            <a:custGeom>
              <a:avLst/>
              <a:pathLst>
                <a:path w="0" h="83602">
                  <a:moveTo>
                    <a:pt x="0" y="8360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80625" y="3172351"/>
              <a:ext cx="0" cy="142366"/>
            </a:xfrm>
            <a:custGeom>
              <a:avLst/>
              <a:pathLst>
                <a:path w="0" h="142366">
                  <a:moveTo>
                    <a:pt x="0" y="0"/>
                  </a:moveTo>
                  <a:lnTo>
                    <a:pt x="0" y="14236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296740" y="2946383"/>
              <a:ext cx="167770" cy="225968"/>
            </a:xfrm>
            <a:custGeom>
              <a:avLst/>
              <a:pathLst>
                <a:path w="167770" h="225968">
                  <a:moveTo>
                    <a:pt x="0" y="0"/>
                  </a:moveTo>
                  <a:lnTo>
                    <a:pt x="0" y="225968"/>
                  </a:lnTo>
                  <a:lnTo>
                    <a:pt x="167770" y="225968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296740" y="3029985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59580" y="1122212"/>
              <a:ext cx="0" cy="376420"/>
            </a:xfrm>
            <a:custGeom>
              <a:avLst/>
              <a:pathLst>
                <a:path w="0" h="376420">
                  <a:moveTo>
                    <a:pt x="0" y="37642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59580" y="2022878"/>
              <a:ext cx="0" cy="147825"/>
            </a:xfrm>
            <a:custGeom>
              <a:avLst/>
              <a:pathLst>
                <a:path w="0" h="147825">
                  <a:moveTo>
                    <a:pt x="0" y="0"/>
                  </a:moveTo>
                  <a:lnTo>
                    <a:pt x="0" y="14782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475695" y="1498632"/>
              <a:ext cx="167770" cy="524245"/>
            </a:xfrm>
            <a:custGeom>
              <a:avLst/>
              <a:pathLst>
                <a:path w="167770" h="524245">
                  <a:moveTo>
                    <a:pt x="0" y="0"/>
                  </a:moveTo>
                  <a:lnTo>
                    <a:pt x="0" y="524245"/>
                  </a:lnTo>
                  <a:lnTo>
                    <a:pt x="167770" y="524245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75695" y="1875052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754284" y="1012587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754284" y="3734559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54284" y="565032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54284" y="5098055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54284" y="4545786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54284" y="3993518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54284" y="592645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754284" y="537418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754284" y="4821921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754284" y="4269652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022716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470103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17489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364876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12263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33239" y="5865045"/>
              <a:ext cx="0" cy="9609"/>
            </a:xfrm>
            <a:custGeom>
              <a:avLst/>
              <a:pathLst>
                <a:path w="0" h="9609">
                  <a:moveTo>
                    <a:pt x="0" y="960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933239" y="5893763"/>
              <a:ext cx="0" cy="9499"/>
            </a:xfrm>
            <a:custGeom>
              <a:avLst/>
              <a:pathLst>
                <a:path w="0" h="9499">
                  <a:moveTo>
                    <a:pt x="0" y="0"/>
                  </a:moveTo>
                  <a:lnTo>
                    <a:pt x="0" y="94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849353" y="5874654"/>
              <a:ext cx="167770" cy="19108"/>
            </a:xfrm>
            <a:custGeom>
              <a:avLst/>
              <a:pathLst>
                <a:path w="167770" h="19108">
                  <a:moveTo>
                    <a:pt x="0" y="0"/>
                  </a:moveTo>
                  <a:lnTo>
                    <a:pt x="0" y="19108"/>
                  </a:lnTo>
                  <a:lnTo>
                    <a:pt x="167770" y="19108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849353" y="5884264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112193" y="5988090"/>
              <a:ext cx="0" cy="4749"/>
            </a:xfrm>
            <a:custGeom>
              <a:avLst/>
              <a:pathLst>
                <a:path w="0" h="4749">
                  <a:moveTo>
                    <a:pt x="0" y="474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112193" y="5999467"/>
              <a:ext cx="0" cy="1877"/>
            </a:xfrm>
            <a:custGeom>
              <a:avLst/>
              <a:pathLst>
                <a:path w="0" h="1877">
                  <a:moveTo>
                    <a:pt x="0" y="0"/>
                  </a:moveTo>
                  <a:lnTo>
                    <a:pt x="0" y="187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028308" y="5992840"/>
              <a:ext cx="167770" cy="6627"/>
            </a:xfrm>
            <a:custGeom>
              <a:avLst/>
              <a:pathLst>
                <a:path w="167770" h="6627">
                  <a:moveTo>
                    <a:pt x="0" y="0"/>
                  </a:moveTo>
                  <a:lnTo>
                    <a:pt x="0" y="6627"/>
                  </a:lnTo>
                  <a:lnTo>
                    <a:pt x="167770" y="662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028308" y="5997589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380625" y="3844185"/>
              <a:ext cx="0" cy="32915"/>
            </a:xfrm>
            <a:custGeom>
              <a:avLst/>
              <a:pathLst>
                <a:path w="0" h="32915">
                  <a:moveTo>
                    <a:pt x="0" y="3291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380625" y="3933763"/>
              <a:ext cx="0" cy="23747"/>
            </a:xfrm>
            <a:custGeom>
              <a:avLst/>
              <a:pathLst>
                <a:path w="0" h="23747">
                  <a:moveTo>
                    <a:pt x="0" y="0"/>
                  </a:moveTo>
                  <a:lnTo>
                    <a:pt x="0" y="2374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2296740" y="3877100"/>
              <a:ext cx="167770" cy="56662"/>
            </a:xfrm>
            <a:custGeom>
              <a:avLst/>
              <a:pathLst>
                <a:path w="167770" h="56662">
                  <a:moveTo>
                    <a:pt x="0" y="0"/>
                  </a:moveTo>
                  <a:lnTo>
                    <a:pt x="0" y="56662"/>
                  </a:lnTo>
                  <a:lnTo>
                    <a:pt x="167770" y="56662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296740" y="3910015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59580" y="5846710"/>
              <a:ext cx="0" cy="26287"/>
            </a:xfrm>
            <a:custGeom>
              <a:avLst/>
              <a:pathLst>
                <a:path w="0" h="26287">
                  <a:moveTo>
                    <a:pt x="0" y="2628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559580" y="5903814"/>
              <a:ext cx="0" cy="4528"/>
            </a:xfrm>
            <a:custGeom>
              <a:avLst/>
              <a:pathLst>
                <a:path w="0" h="4528">
                  <a:moveTo>
                    <a:pt x="0" y="0"/>
                  </a:moveTo>
                  <a:lnTo>
                    <a:pt x="0" y="452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475695" y="5872998"/>
              <a:ext cx="167770" cy="30816"/>
            </a:xfrm>
            <a:custGeom>
              <a:avLst/>
              <a:pathLst>
                <a:path w="167770" h="30816">
                  <a:moveTo>
                    <a:pt x="0" y="0"/>
                  </a:moveTo>
                  <a:lnTo>
                    <a:pt x="0" y="30816"/>
                  </a:lnTo>
                  <a:lnTo>
                    <a:pt x="167770" y="30816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475695" y="589928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28012" y="5406662"/>
              <a:ext cx="0" cy="6295"/>
            </a:xfrm>
            <a:custGeom>
              <a:avLst/>
              <a:pathLst>
                <a:path w="0" h="6295">
                  <a:moveTo>
                    <a:pt x="0" y="629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28012" y="5439136"/>
              <a:ext cx="0" cy="19881"/>
            </a:xfrm>
            <a:custGeom>
              <a:avLst/>
              <a:pathLst>
                <a:path w="0" h="19881">
                  <a:moveTo>
                    <a:pt x="0" y="0"/>
                  </a:moveTo>
                  <a:lnTo>
                    <a:pt x="0" y="1988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744127" y="5412958"/>
              <a:ext cx="167770" cy="26177"/>
            </a:xfrm>
            <a:custGeom>
              <a:avLst/>
              <a:pathLst>
                <a:path w="167770" h="26177">
                  <a:moveTo>
                    <a:pt x="0" y="0"/>
                  </a:moveTo>
                  <a:lnTo>
                    <a:pt x="0" y="26177"/>
                  </a:lnTo>
                  <a:lnTo>
                    <a:pt x="167770" y="2617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44127" y="5419254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06967" y="5688761"/>
              <a:ext cx="0" cy="99408"/>
            </a:xfrm>
            <a:custGeom>
              <a:avLst/>
              <a:pathLst>
                <a:path w="0" h="99408">
                  <a:moveTo>
                    <a:pt x="0" y="994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06967" y="5899506"/>
              <a:ext cx="0" cy="11928"/>
            </a:xfrm>
            <a:custGeom>
              <a:avLst/>
              <a:pathLst>
                <a:path w="0" h="11928">
                  <a:moveTo>
                    <a:pt x="0" y="0"/>
                  </a:moveTo>
                  <a:lnTo>
                    <a:pt x="0" y="1192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923082" y="5788169"/>
              <a:ext cx="167770" cy="111337"/>
            </a:xfrm>
            <a:custGeom>
              <a:avLst/>
              <a:pathLst>
                <a:path w="167770" h="111337">
                  <a:moveTo>
                    <a:pt x="0" y="0"/>
                  </a:moveTo>
                  <a:lnTo>
                    <a:pt x="0" y="111337"/>
                  </a:lnTo>
                  <a:lnTo>
                    <a:pt x="167770" y="11133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23082" y="588757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75399" y="4796958"/>
              <a:ext cx="0" cy="354556"/>
            </a:xfrm>
            <a:custGeom>
              <a:avLst/>
              <a:pathLst>
                <a:path w="0" h="354556">
                  <a:moveTo>
                    <a:pt x="0" y="35455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75399" y="5739570"/>
              <a:ext cx="0" cy="233499"/>
            </a:xfrm>
            <a:custGeom>
              <a:avLst/>
              <a:pathLst>
                <a:path w="0" h="233499">
                  <a:moveTo>
                    <a:pt x="0" y="0"/>
                  </a:moveTo>
                  <a:lnTo>
                    <a:pt x="0" y="2334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191514" y="5151514"/>
              <a:ext cx="167770" cy="588055"/>
            </a:xfrm>
            <a:custGeom>
              <a:avLst/>
              <a:pathLst>
                <a:path w="167770" h="588055">
                  <a:moveTo>
                    <a:pt x="0" y="0"/>
                  </a:moveTo>
                  <a:lnTo>
                    <a:pt x="0" y="588055"/>
                  </a:lnTo>
                  <a:lnTo>
                    <a:pt x="167770" y="588055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91514" y="5506071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454354" y="6006646"/>
              <a:ext cx="0" cy="9830"/>
            </a:xfrm>
            <a:custGeom>
              <a:avLst/>
              <a:pathLst>
                <a:path w="0" h="9830">
                  <a:moveTo>
                    <a:pt x="0" y="983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454354" y="6031499"/>
              <a:ext cx="0" cy="5191"/>
            </a:xfrm>
            <a:custGeom>
              <a:avLst/>
              <a:pathLst>
                <a:path w="0" h="5191">
                  <a:moveTo>
                    <a:pt x="0" y="0"/>
                  </a:moveTo>
                  <a:lnTo>
                    <a:pt x="0" y="519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370469" y="6016477"/>
              <a:ext cx="167770" cy="15021"/>
            </a:xfrm>
            <a:custGeom>
              <a:avLst/>
              <a:pathLst>
                <a:path w="167770" h="15021">
                  <a:moveTo>
                    <a:pt x="0" y="0"/>
                  </a:moveTo>
                  <a:lnTo>
                    <a:pt x="0" y="15021"/>
                  </a:lnTo>
                  <a:lnTo>
                    <a:pt x="167770" y="15021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370469" y="602630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722786" y="4773100"/>
              <a:ext cx="0" cy="22643"/>
            </a:xfrm>
            <a:custGeom>
              <a:avLst/>
              <a:pathLst>
                <a:path w="0" h="22643">
                  <a:moveTo>
                    <a:pt x="0" y="2264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722786" y="4872067"/>
              <a:ext cx="0" cy="53680"/>
            </a:xfrm>
            <a:custGeom>
              <a:avLst/>
              <a:pathLst>
                <a:path w="0" h="53680">
                  <a:moveTo>
                    <a:pt x="0" y="0"/>
                  </a:moveTo>
                  <a:lnTo>
                    <a:pt x="0" y="5368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638901" y="4795743"/>
              <a:ext cx="167770" cy="76323"/>
            </a:xfrm>
            <a:custGeom>
              <a:avLst/>
              <a:pathLst>
                <a:path w="167770" h="76323">
                  <a:moveTo>
                    <a:pt x="0" y="0"/>
                  </a:moveTo>
                  <a:lnTo>
                    <a:pt x="0" y="76323"/>
                  </a:lnTo>
                  <a:lnTo>
                    <a:pt x="167770" y="7632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638901" y="481838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901740" y="5578749"/>
              <a:ext cx="0" cy="50808"/>
            </a:xfrm>
            <a:custGeom>
              <a:avLst/>
              <a:pathLst>
                <a:path w="0" h="50808">
                  <a:moveTo>
                    <a:pt x="0" y="508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901740" y="5684895"/>
              <a:ext cx="0" cy="4528"/>
            </a:xfrm>
            <a:custGeom>
              <a:avLst/>
              <a:pathLst>
                <a:path w="0" h="4528">
                  <a:moveTo>
                    <a:pt x="0" y="0"/>
                  </a:moveTo>
                  <a:lnTo>
                    <a:pt x="0" y="452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817855" y="5629558"/>
              <a:ext cx="167770" cy="55337"/>
            </a:xfrm>
            <a:custGeom>
              <a:avLst/>
              <a:pathLst>
                <a:path w="167770" h="55337">
                  <a:moveTo>
                    <a:pt x="0" y="0"/>
                  </a:moveTo>
                  <a:lnTo>
                    <a:pt x="0" y="55337"/>
                  </a:lnTo>
                  <a:lnTo>
                    <a:pt x="167770" y="5533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817855" y="568036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1754284" y="3734559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462038" y="1012587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462038" y="292744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462038" y="242319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462038" y="191893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462038" y="1414681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462038" y="317957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462038" y="2675321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462038" y="2171065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462038" y="166680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462038" y="116255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30470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77857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25244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072631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520017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640993" y="1538728"/>
              <a:ext cx="0" cy="201702"/>
            </a:xfrm>
            <a:custGeom>
              <a:avLst/>
              <a:pathLst>
                <a:path w="0" h="201702">
                  <a:moveTo>
                    <a:pt x="0" y="20170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640993" y="1975413"/>
              <a:ext cx="0" cy="33280"/>
            </a:xfrm>
            <a:custGeom>
              <a:avLst/>
              <a:pathLst>
                <a:path w="0" h="33280">
                  <a:moveTo>
                    <a:pt x="0" y="0"/>
                  </a:moveTo>
                  <a:lnTo>
                    <a:pt x="0" y="3328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4557108" y="1740430"/>
              <a:ext cx="167770" cy="234983"/>
            </a:xfrm>
            <a:custGeom>
              <a:avLst/>
              <a:pathLst>
                <a:path w="167770" h="234983">
                  <a:moveTo>
                    <a:pt x="0" y="0"/>
                  </a:moveTo>
                  <a:lnTo>
                    <a:pt x="0" y="234983"/>
                  </a:lnTo>
                  <a:lnTo>
                    <a:pt x="167770" y="23498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557108" y="194213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819948" y="3161424"/>
              <a:ext cx="0" cy="42357"/>
            </a:xfrm>
            <a:custGeom>
              <a:avLst/>
              <a:pathLst>
                <a:path w="0" h="42357">
                  <a:moveTo>
                    <a:pt x="0" y="423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819948" y="3280428"/>
              <a:ext cx="0" cy="34289"/>
            </a:xfrm>
            <a:custGeom>
              <a:avLst/>
              <a:pathLst>
                <a:path w="0" h="34289">
                  <a:moveTo>
                    <a:pt x="0" y="0"/>
                  </a:moveTo>
                  <a:lnTo>
                    <a:pt x="0" y="3428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4736063" y="3203781"/>
              <a:ext cx="167770" cy="76646"/>
            </a:xfrm>
            <a:custGeom>
              <a:avLst/>
              <a:pathLst>
                <a:path w="167770" h="76646">
                  <a:moveTo>
                    <a:pt x="0" y="0"/>
                  </a:moveTo>
                  <a:lnTo>
                    <a:pt x="0" y="76646"/>
                  </a:lnTo>
                  <a:lnTo>
                    <a:pt x="167770" y="76646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736063" y="3246139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088380" y="1670843"/>
              <a:ext cx="0" cy="80176"/>
            </a:xfrm>
            <a:custGeom>
              <a:avLst/>
              <a:pathLst>
                <a:path w="0" h="80176">
                  <a:moveTo>
                    <a:pt x="0" y="8017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088380" y="1924988"/>
              <a:ext cx="0" cy="93791"/>
            </a:xfrm>
            <a:custGeom>
              <a:avLst/>
              <a:pathLst>
                <a:path w="0" h="93791">
                  <a:moveTo>
                    <a:pt x="0" y="0"/>
                  </a:moveTo>
                  <a:lnTo>
                    <a:pt x="0" y="9379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5004495" y="1751020"/>
              <a:ext cx="167770" cy="173968"/>
            </a:xfrm>
            <a:custGeom>
              <a:avLst/>
              <a:pathLst>
                <a:path w="167770" h="173968">
                  <a:moveTo>
                    <a:pt x="0" y="0"/>
                  </a:moveTo>
                  <a:lnTo>
                    <a:pt x="0" y="173968"/>
                  </a:lnTo>
                  <a:lnTo>
                    <a:pt x="167770" y="173968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004495" y="183119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267334" y="3117049"/>
              <a:ext cx="0" cy="8068"/>
            </a:xfrm>
            <a:custGeom>
              <a:avLst/>
              <a:pathLst>
                <a:path w="0" h="8068">
                  <a:moveTo>
                    <a:pt x="0" y="806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267334" y="3196722"/>
              <a:ext cx="0" cy="63536"/>
            </a:xfrm>
            <a:custGeom>
              <a:avLst/>
              <a:pathLst>
                <a:path w="0" h="63536">
                  <a:moveTo>
                    <a:pt x="0" y="0"/>
                  </a:moveTo>
                  <a:lnTo>
                    <a:pt x="0" y="6353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5183449" y="3125117"/>
              <a:ext cx="167770" cy="71604"/>
            </a:xfrm>
            <a:custGeom>
              <a:avLst/>
              <a:pathLst>
                <a:path w="167770" h="71604">
                  <a:moveTo>
                    <a:pt x="0" y="0"/>
                  </a:moveTo>
                  <a:lnTo>
                    <a:pt x="0" y="71604"/>
                  </a:lnTo>
                  <a:lnTo>
                    <a:pt x="167770" y="71604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183449" y="3133185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625244" y="1122212"/>
              <a:ext cx="0" cy="259187"/>
            </a:xfrm>
            <a:custGeom>
              <a:avLst/>
              <a:pathLst>
                <a:path w="0" h="259187">
                  <a:moveTo>
                    <a:pt x="0" y="25918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625244" y="2267378"/>
              <a:ext cx="0" cy="626790"/>
            </a:xfrm>
            <a:custGeom>
              <a:avLst/>
              <a:pathLst>
                <a:path w="0" h="626790">
                  <a:moveTo>
                    <a:pt x="0" y="0"/>
                  </a:moveTo>
                  <a:lnTo>
                    <a:pt x="0" y="62679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5457474" y="1381400"/>
              <a:ext cx="335540" cy="885977"/>
            </a:xfrm>
            <a:custGeom>
              <a:avLst/>
              <a:pathLst>
                <a:path w="335540" h="885977">
                  <a:moveTo>
                    <a:pt x="0" y="0"/>
                  </a:moveTo>
                  <a:lnTo>
                    <a:pt x="0" y="885977"/>
                  </a:lnTo>
                  <a:lnTo>
                    <a:pt x="335540" y="885977"/>
                  </a:lnTo>
                  <a:lnTo>
                    <a:pt x="33554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457474" y="1640587"/>
              <a:ext cx="335540" cy="0"/>
            </a:xfrm>
            <a:custGeom>
              <a:avLst/>
              <a:pathLst>
                <a:path w="335540" h="0">
                  <a:moveTo>
                    <a:pt x="0" y="0"/>
                  </a:moveTo>
                  <a:lnTo>
                    <a:pt x="33554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462038" y="1012587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7102036" y="1012587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102036" y="2791296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102036" y="213578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102036" y="148028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102036" y="311904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102036" y="2463542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102036" y="1808036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102036" y="115252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370468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817854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265241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712628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9160015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280990" y="1122212"/>
              <a:ext cx="0" cy="541612"/>
            </a:xfrm>
            <a:custGeom>
              <a:avLst/>
              <a:pathLst>
                <a:path w="0" h="541612">
                  <a:moveTo>
                    <a:pt x="0" y="54161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280990" y="2227068"/>
              <a:ext cx="0" cy="21631"/>
            </a:xfrm>
            <a:custGeom>
              <a:avLst/>
              <a:pathLst>
                <a:path w="0" h="21631">
                  <a:moveTo>
                    <a:pt x="0" y="0"/>
                  </a:moveTo>
                  <a:lnTo>
                    <a:pt x="0" y="2163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7197105" y="1663824"/>
              <a:ext cx="167770" cy="563243"/>
            </a:xfrm>
            <a:custGeom>
              <a:avLst/>
              <a:pathLst>
                <a:path w="167770" h="563243">
                  <a:moveTo>
                    <a:pt x="0" y="0"/>
                  </a:moveTo>
                  <a:lnTo>
                    <a:pt x="0" y="563243"/>
                  </a:lnTo>
                  <a:lnTo>
                    <a:pt x="167770" y="56324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197105" y="220543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459945" y="1491426"/>
              <a:ext cx="0" cy="277033"/>
            </a:xfrm>
            <a:custGeom>
              <a:avLst/>
              <a:pathLst>
                <a:path w="0" h="277033">
                  <a:moveTo>
                    <a:pt x="0" y="27703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459945" y="2172907"/>
              <a:ext cx="0" cy="127414"/>
            </a:xfrm>
            <a:custGeom>
              <a:avLst/>
              <a:pathLst>
                <a:path w="0" h="127414">
                  <a:moveTo>
                    <a:pt x="0" y="0"/>
                  </a:moveTo>
                  <a:lnTo>
                    <a:pt x="0" y="12741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7376060" y="1768460"/>
              <a:ext cx="167770" cy="404447"/>
            </a:xfrm>
            <a:custGeom>
              <a:avLst/>
              <a:pathLst>
                <a:path w="167770" h="404447">
                  <a:moveTo>
                    <a:pt x="0" y="0"/>
                  </a:moveTo>
                  <a:lnTo>
                    <a:pt x="0" y="404447"/>
                  </a:lnTo>
                  <a:lnTo>
                    <a:pt x="167770" y="40444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376060" y="204549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728377" y="2484682"/>
              <a:ext cx="0" cy="265152"/>
            </a:xfrm>
            <a:custGeom>
              <a:avLst/>
              <a:pathLst>
                <a:path w="0" h="265152">
                  <a:moveTo>
                    <a:pt x="0" y="26515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728377" y="3163295"/>
              <a:ext cx="0" cy="148308"/>
            </a:xfrm>
            <a:custGeom>
              <a:avLst/>
              <a:pathLst>
                <a:path w="0" h="148308">
                  <a:moveTo>
                    <a:pt x="0" y="0"/>
                  </a:moveTo>
                  <a:lnTo>
                    <a:pt x="0" y="14830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7644492" y="2749835"/>
              <a:ext cx="167770" cy="413460"/>
            </a:xfrm>
            <a:custGeom>
              <a:avLst/>
              <a:pathLst>
                <a:path w="167770" h="413460">
                  <a:moveTo>
                    <a:pt x="0" y="0"/>
                  </a:moveTo>
                  <a:lnTo>
                    <a:pt x="0" y="413460"/>
                  </a:lnTo>
                  <a:lnTo>
                    <a:pt x="167770" y="413460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644492" y="301498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907332" y="3284073"/>
              <a:ext cx="0" cy="12208"/>
            </a:xfrm>
            <a:custGeom>
              <a:avLst/>
              <a:pathLst>
                <a:path w="0" h="12208">
                  <a:moveTo>
                    <a:pt x="0" y="122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907332" y="3311604"/>
              <a:ext cx="0" cy="3113"/>
            </a:xfrm>
            <a:custGeom>
              <a:avLst/>
              <a:pathLst>
                <a:path w="0" h="3113">
                  <a:moveTo>
                    <a:pt x="0" y="0"/>
                  </a:moveTo>
                  <a:lnTo>
                    <a:pt x="0" y="311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7823447" y="3296281"/>
              <a:ext cx="167770" cy="15322"/>
            </a:xfrm>
            <a:custGeom>
              <a:avLst/>
              <a:pathLst>
                <a:path w="167770" h="15322">
                  <a:moveTo>
                    <a:pt x="0" y="0"/>
                  </a:moveTo>
                  <a:lnTo>
                    <a:pt x="0" y="15322"/>
                  </a:lnTo>
                  <a:lnTo>
                    <a:pt x="167770" y="15322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823447" y="3308490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75764" y="2793262"/>
              <a:ext cx="0" cy="101685"/>
            </a:xfrm>
            <a:custGeom>
              <a:avLst/>
              <a:pathLst>
                <a:path w="0" h="101685">
                  <a:moveTo>
                    <a:pt x="0" y="10168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75764" y="3032768"/>
              <a:ext cx="0" cy="36134"/>
            </a:xfrm>
            <a:custGeom>
              <a:avLst/>
              <a:pathLst>
                <a:path w="0" h="36134">
                  <a:moveTo>
                    <a:pt x="0" y="0"/>
                  </a:moveTo>
                  <a:lnTo>
                    <a:pt x="0" y="361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8091879" y="2894948"/>
              <a:ext cx="167770" cy="137820"/>
            </a:xfrm>
            <a:custGeom>
              <a:avLst/>
              <a:pathLst>
                <a:path w="167770" h="137820">
                  <a:moveTo>
                    <a:pt x="0" y="0"/>
                  </a:moveTo>
                  <a:lnTo>
                    <a:pt x="0" y="137820"/>
                  </a:lnTo>
                  <a:lnTo>
                    <a:pt x="167770" y="137820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091879" y="299663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354719" y="3031047"/>
              <a:ext cx="0" cy="74072"/>
            </a:xfrm>
            <a:custGeom>
              <a:avLst/>
              <a:pathLst>
                <a:path w="0" h="74072">
                  <a:moveTo>
                    <a:pt x="0" y="740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354719" y="3236057"/>
              <a:ext cx="0" cy="56865"/>
            </a:xfrm>
            <a:custGeom>
              <a:avLst/>
              <a:pathLst>
                <a:path w="0" h="56865">
                  <a:moveTo>
                    <a:pt x="0" y="0"/>
                  </a:moveTo>
                  <a:lnTo>
                    <a:pt x="0" y="5686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8270834" y="3105119"/>
              <a:ext cx="167770" cy="130937"/>
            </a:xfrm>
            <a:custGeom>
              <a:avLst/>
              <a:pathLst>
                <a:path w="167770" h="130937">
                  <a:moveTo>
                    <a:pt x="0" y="0"/>
                  </a:moveTo>
                  <a:lnTo>
                    <a:pt x="0" y="130937"/>
                  </a:lnTo>
                  <a:lnTo>
                    <a:pt x="167770" y="13093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270834" y="3179191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623151" y="1756906"/>
              <a:ext cx="0" cy="184934"/>
            </a:xfrm>
            <a:custGeom>
              <a:avLst/>
              <a:pathLst>
                <a:path w="0" h="184934">
                  <a:moveTo>
                    <a:pt x="0" y="18493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623151" y="2192654"/>
              <a:ext cx="0" cy="65878"/>
            </a:xfrm>
            <a:custGeom>
              <a:avLst/>
              <a:pathLst>
                <a:path w="0" h="65878">
                  <a:moveTo>
                    <a:pt x="0" y="0"/>
                  </a:moveTo>
                  <a:lnTo>
                    <a:pt x="0" y="658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8539266" y="1941841"/>
              <a:ext cx="167770" cy="250813"/>
            </a:xfrm>
            <a:custGeom>
              <a:avLst/>
              <a:pathLst>
                <a:path w="167770" h="250813">
                  <a:moveTo>
                    <a:pt x="0" y="0"/>
                  </a:moveTo>
                  <a:lnTo>
                    <a:pt x="0" y="250813"/>
                  </a:lnTo>
                  <a:lnTo>
                    <a:pt x="167770" y="25081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539266" y="212677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802105" y="1940448"/>
              <a:ext cx="0" cy="20812"/>
            </a:xfrm>
            <a:custGeom>
              <a:avLst/>
              <a:pathLst>
                <a:path w="0" h="20812">
                  <a:moveTo>
                    <a:pt x="0" y="2081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802105" y="2119811"/>
              <a:ext cx="0" cy="137738"/>
            </a:xfrm>
            <a:custGeom>
              <a:avLst/>
              <a:pathLst>
                <a:path w="0" h="137738">
                  <a:moveTo>
                    <a:pt x="0" y="0"/>
                  </a:moveTo>
                  <a:lnTo>
                    <a:pt x="0" y="13773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8718220" y="1961261"/>
              <a:ext cx="167770" cy="158550"/>
            </a:xfrm>
            <a:custGeom>
              <a:avLst/>
              <a:pathLst>
                <a:path w="167770" h="158550">
                  <a:moveTo>
                    <a:pt x="0" y="0"/>
                  </a:moveTo>
                  <a:lnTo>
                    <a:pt x="0" y="158550"/>
                  </a:lnTo>
                  <a:lnTo>
                    <a:pt x="167770" y="158550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718220" y="198207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102036" y="1012587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1754284" y="3500258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2"/>
            <p:cNvSpPr/>
            <p:nvPr/>
          </p:nvSpPr>
          <p:spPr>
            <a:xfrm>
              <a:off x="2843012" y="3573792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173" name="rc173"/>
            <p:cNvSpPr/>
            <p:nvPr/>
          </p:nvSpPr>
          <p:spPr>
            <a:xfrm>
              <a:off x="1754284" y="778286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tx174"/>
            <p:cNvSpPr/>
            <p:nvPr/>
          </p:nvSpPr>
          <p:spPr>
            <a:xfrm>
              <a:off x="2843012" y="85181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4462038" y="778286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5550766" y="85181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77" name="rc177"/>
            <p:cNvSpPr/>
            <p:nvPr/>
          </p:nvSpPr>
          <p:spPr>
            <a:xfrm>
              <a:off x="7102036" y="778286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8190763" y="85181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179" name="pl179"/>
            <p:cNvSpPr/>
            <p:nvPr/>
          </p:nvSpPr>
          <p:spPr>
            <a:xfrm>
              <a:off x="2022716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470103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917489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3364876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3812263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988837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436224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2887040" y="6214639"/>
              <a:ext cx="6089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3330998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3778385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89" name="pl189"/>
            <p:cNvSpPr/>
            <p:nvPr/>
          </p:nvSpPr>
          <p:spPr>
            <a:xfrm>
              <a:off x="4730470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517785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62524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607263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52001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tx194"/>
            <p:cNvSpPr/>
            <p:nvPr/>
          </p:nvSpPr>
          <p:spPr>
            <a:xfrm>
              <a:off x="469659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14397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594794" y="3492666"/>
              <a:ext cx="6089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603875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648613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99" name="pl199"/>
            <p:cNvSpPr/>
            <p:nvPr/>
          </p:nvSpPr>
          <p:spPr>
            <a:xfrm>
              <a:off x="7370468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81785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26524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712628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9160015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tx204"/>
            <p:cNvSpPr/>
            <p:nvPr/>
          </p:nvSpPr>
          <p:spPr>
            <a:xfrm>
              <a:off x="733658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778397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234792" y="3492666"/>
              <a:ext cx="6089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8678750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912613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6864365" y="3075432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6864365" y="2419925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6864365" y="1764419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6864365" y="1108913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7064078" y="311904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064078" y="246354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064078" y="180803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064078" y="115252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4156610" y="3135960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4156610" y="2631704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4156610" y="2127448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4156610" y="162319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156610" y="111893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222" name="pl222"/>
            <p:cNvSpPr/>
            <p:nvPr/>
          </p:nvSpPr>
          <p:spPr>
            <a:xfrm>
              <a:off x="4424081" y="317957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424081" y="26753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424081" y="21710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424081" y="166680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424081" y="116255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tx227"/>
            <p:cNvSpPr/>
            <p:nvPr/>
          </p:nvSpPr>
          <p:spPr>
            <a:xfrm>
              <a:off x="1618203" y="328702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618203" y="245349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618203" y="161997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0" name="pl230"/>
            <p:cNvSpPr/>
            <p:nvPr/>
          </p:nvSpPr>
          <p:spPr>
            <a:xfrm>
              <a:off x="1716326" y="33306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1716326" y="249711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716326" y="166358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1448856" y="5882840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1448856" y="533057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448856" y="4778304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448856" y="4226035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37" name="pl237"/>
            <p:cNvSpPr/>
            <p:nvPr/>
          </p:nvSpPr>
          <p:spPr>
            <a:xfrm>
              <a:off x="1716326" y="592645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716326" y="537418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716326" y="48219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716326" y="426965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4396702" y="6365434"/>
              <a:ext cx="238932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 node (a = basal → e = upper)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570336" y="3524861"/>
              <a:ext cx="150793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243" name="rc243"/>
            <p:cNvSpPr/>
            <p:nvPr/>
          </p:nvSpPr>
          <p:spPr>
            <a:xfrm>
              <a:off x="4543585" y="6658448"/>
              <a:ext cx="2095559" cy="371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4619501" y="6789501"/>
              <a:ext cx="46305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245" name="rc245"/>
            <p:cNvSpPr/>
            <p:nvPr/>
          </p:nvSpPr>
          <p:spPr>
            <a:xfrm>
              <a:off x="5158468" y="67343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268196" y="689895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268196" y="675630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5185900" y="6789227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185900" y="6844091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268196" y="69318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268196" y="67563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5902190" y="67343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011918" y="689895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6011918" y="675630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5929622" y="6789227"/>
              <a:ext cx="164591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929622" y="6844091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6011918" y="69318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6011918" y="67563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5453840" y="6800474"/>
              <a:ext cx="37243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197561" y="6800474"/>
              <a:ext cx="36566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754284" y="533115"/>
              <a:ext cx="3058393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by stem node (V2-V5)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038225"/>
            <a:ext cx="9144000" cy="5486400"/>
            <a:chOff x="777081" y="1038225"/>
            <a:chExt cx="9144000" cy="5486400"/>
          </a:xfrm>
        </p:grpSpPr>
        <p:sp>
          <p:nvSpPr>
            <p:cNvPr id="3" name="rc3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465036" y="1640070"/>
              <a:ext cx="4145780" cy="38635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65036" y="4888937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65036" y="4010865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5036" y="313279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65036" y="2254720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65036" y="532797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65036" y="4449901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65036" y="3571829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65036" y="2693756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65036" y="1815684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943396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40661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37927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35192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32458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584626" y="1815684"/>
              <a:ext cx="717538" cy="1841487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584626" y="3657172"/>
              <a:ext cx="717538" cy="244726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584626" y="3901898"/>
              <a:ext cx="717538" cy="963536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584626" y="4865435"/>
              <a:ext cx="717538" cy="462538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81892" y="1815684"/>
              <a:ext cx="717538" cy="1582849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381892" y="3398534"/>
              <a:ext cx="717538" cy="319825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381892" y="3718359"/>
              <a:ext cx="717538" cy="1024376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381892" y="4742736"/>
              <a:ext cx="717538" cy="239306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81892" y="4982043"/>
              <a:ext cx="717538" cy="345930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179157" y="1815684"/>
              <a:ext cx="717538" cy="3158302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179157" y="4973987"/>
              <a:ext cx="717538" cy="50287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179157" y="5024274"/>
              <a:ext cx="717538" cy="303699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976423" y="1815684"/>
              <a:ext cx="717538" cy="2486053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976423" y="4301738"/>
              <a:ext cx="717538" cy="222100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976423" y="4523838"/>
              <a:ext cx="717538" cy="804135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773688" y="1815684"/>
              <a:ext cx="717538" cy="2709614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773688" y="4525299"/>
              <a:ext cx="717538" cy="142882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773688" y="4668182"/>
              <a:ext cx="717538" cy="659791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65036" y="1640070"/>
              <a:ext cx="4145780" cy="38635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5693059" y="1640070"/>
              <a:ext cx="4145780" cy="38635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693059" y="4888937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93059" y="4010865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693059" y="313279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693059" y="2254720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693059" y="532797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693059" y="4449901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693059" y="3571829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693059" y="2693756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693059" y="1815684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171418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968684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765949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563215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360480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812649" y="1815684"/>
              <a:ext cx="717538" cy="1642999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812649" y="3458684"/>
              <a:ext cx="717538" cy="132694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812649" y="3591379"/>
              <a:ext cx="717538" cy="939717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812649" y="4531096"/>
              <a:ext cx="717538" cy="796877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609914" y="1815684"/>
              <a:ext cx="717538" cy="761143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609914" y="2576828"/>
              <a:ext cx="717538" cy="180503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609914" y="2757331"/>
              <a:ext cx="717538" cy="1737303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609914" y="4494635"/>
              <a:ext cx="717538" cy="267886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609914" y="4762521"/>
              <a:ext cx="717538" cy="565452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407180" y="1815684"/>
              <a:ext cx="717538" cy="3188932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407180" y="5004616"/>
              <a:ext cx="717538" cy="143185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407180" y="5147802"/>
              <a:ext cx="717538" cy="180171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8204445" y="1815684"/>
              <a:ext cx="717538" cy="2477398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8204445" y="4293082"/>
              <a:ext cx="717538" cy="247458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8204445" y="4540540"/>
              <a:ext cx="717538" cy="787433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9001711" y="1815684"/>
              <a:ext cx="717538" cy="2813607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9001711" y="4629291"/>
              <a:ext cx="717538" cy="263993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9001711" y="4893285"/>
              <a:ext cx="717538" cy="434688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693059" y="1640070"/>
              <a:ext cx="4145780" cy="38635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465036" y="1386228"/>
              <a:ext cx="4145780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336164" y="1465920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5693059" y="1386228"/>
              <a:ext cx="4145780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7567890" y="1465920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77" name="pl77"/>
            <p:cNvSpPr/>
            <p:nvPr/>
          </p:nvSpPr>
          <p:spPr>
            <a:xfrm>
              <a:off x="1943396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40661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537927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35192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132458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1855430" y="55776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59965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457231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254496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051762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87" name="pl87"/>
            <p:cNvSpPr/>
            <p:nvPr/>
          </p:nvSpPr>
          <p:spPr>
            <a:xfrm>
              <a:off x="6171418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968684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765949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563215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9360480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6083453" y="55776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887988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7685253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482519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9279784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200275" y="5280745"/>
              <a:ext cx="190743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126849" y="4402672"/>
              <a:ext cx="26417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126849" y="3524600"/>
              <a:ext cx="26417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126849" y="2646528"/>
              <a:ext cx="26417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053423" y="1768455"/>
              <a:ext cx="33759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02" name="pl102"/>
            <p:cNvSpPr/>
            <p:nvPr/>
          </p:nvSpPr>
          <p:spPr>
            <a:xfrm>
              <a:off x="1423916" y="532797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423916" y="444990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423916" y="357182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423916" y="269375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423916" y="181568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5160951" y="57409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108" name="tx108"/>
            <p:cNvSpPr/>
            <p:nvPr/>
          </p:nvSpPr>
          <p:spPr>
            <a:xfrm rot="-5400000">
              <a:off x="-31485" y="3512713"/>
              <a:ext cx="189984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proportion</a:t>
              </a:r>
            </a:p>
          </p:txBody>
        </p:sp>
        <p:sp>
          <p:nvSpPr>
            <p:cNvPr id="109" name="rc109"/>
            <p:cNvSpPr/>
            <p:nvPr/>
          </p:nvSpPr>
          <p:spPr>
            <a:xfrm>
              <a:off x="3393696" y="6058444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3475938" y="61912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11" name="rc111"/>
            <p:cNvSpPr/>
            <p:nvPr/>
          </p:nvSpPr>
          <p:spPr>
            <a:xfrm>
              <a:off x="4017025" y="6140685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4027662" y="6151322"/>
              <a:ext cx="198183" cy="198183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4855696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4866332" y="6151322"/>
              <a:ext cx="198183" cy="198183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914645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925281" y="6151322"/>
              <a:ext cx="198183" cy="198183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6555531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6566167" y="6151322"/>
              <a:ext cx="198183" cy="198183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7218270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228907" y="6151322"/>
              <a:ext cx="198183" cy="198183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4318723" y="62031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157393" y="62031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216343" y="6203185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857228" y="6203185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519968" y="6203185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465036" y="1120466"/>
              <a:ext cx="3380445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 protein allocation across stages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88693" y="1843428"/>
              <a:ext cx="6735746" cy="3202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88693" y="4656440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88693" y="3868574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88693" y="3080709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8693" y="2292843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188693" y="4262507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88693" y="3474641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88693" y="2686776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188693" y="1898910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25714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87418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948699" y="2516616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39662" y="4760042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832813" y="2402953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912755" y="4679088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872827" y="1956597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316300" y="4527862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700490" y="2249252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398402" y="4778792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378506" y="2398272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183718" y="4744768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180711" y="1994624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234807" y="4801353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06021" y="3538697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24125" y="4782894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389771" y="3745065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7387087" y="4661213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495943" y="3678469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610708" y="4783053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7311726" y="4380847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14487" y="4812606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7490552" y="4100308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7284854" y="4850383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844509" y="4357556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813002" y="4824339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966194" y="2264955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7027897" y="3626998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966194" y="4628591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7027897" y="4715276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966194" y="2204933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7027897" y="4270447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966194" y="4765851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7027897" y="4820010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88693" y="1843428"/>
              <a:ext cx="6735746" cy="3202960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041249" y="4215278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041249" y="3427413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967823" y="2639547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967823" y="1851682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2147572" y="426250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147572" y="347464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147572" y="268677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147572" y="189891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025714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087418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3937749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006722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065579" y="52837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62" name="tx62"/>
            <p:cNvSpPr/>
            <p:nvPr/>
          </p:nvSpPr>
          <p:spPr>
            <a:xfrm rot="-5400000">
              <a:off x="1016096" y="3385792"/>
              <a:ext cx="163348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2967000" y="5601244"/>
              <a:ext cx="2493699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049242" y="5734097"/>
              <a:ext cx="76169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variety_en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3893179" y="5683485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70487" y="5760794"/>
              <a:ext cx="64838" cy="64838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680643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746709" y="5742797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0000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4194876" y="5745985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82340" y="5745985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5625183" y="5601244"/>
              <a:ext cx="2520948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5707425" y="57340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73" name="rc73"/>
            <p:cNvSpPr/>
            <p:nvPr/>
          </p:nvSpPr>
          <p:spPr>
            <a:xfrm>
              <a:off x="6248512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325821" y="5760794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  <a:ln w="10636" cap="rnd">
              <a:solidFill>
                <a:srgbClr val="FF7F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298719" y="5733693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7087182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164491" y="5760794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  <a:ln w="10636" cap="rnd">
              <a:solidFill>
                <a:srgbClr val="984EA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7137390" y="5733693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6550210" y="57459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388880" y="57459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88693" y="1577666"/>
              <a:ext cx="4371380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 and endosperm protein content dynamics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74293" y="2097270"/>
              <a:ext cx="4241152" cy="29491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4293" y="456912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4293" y="376289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74293" y="2956676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293" y="215045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74293" y="4972232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74293" y="416600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4293" y="3359787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74293" y="255356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63656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79263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94869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10475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26081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731237" y="4502071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731237" y="3628090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731237" y="4732991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731237" y="3429562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546843" y="4628493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546843" y="3912285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546843" y="2437382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546843" y="4879918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546843" y="3754936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62449" y="2949601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362449" y="3489397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362449" y="4605714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178056" y="2315063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178056" y="4374093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78056" y="3027943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93662" y="2378656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993662" y="4764298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993662" y="2776890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63656" y="4534490"/>
              <a:ext cx="815606" cy="126422"/>
            </a:xfrm>
            <a:custGeom>
              <a:avLst/>
              <a:pathLst>
                <a:path w="815606" h="126422">
                  <a:moveTo>
                    <a:pt x="0" y="0"/>
                  </a:moveTo>
                  <a:lnTo>
                    <a:pt x="815606" y="126422"/>
                  </a:lnTo>
                </a:path>
              </a:pathLst>
            </a:custGeom>
            <a:ln w="1897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63656" y="3660510"/>
              <a:ext cx="815606" cy="284194"/>
            </a:xfrm>
            <a:custGeom>
              <a:avLst/>
              <a:pathLst>
                <a:path w="815606" h="284194">
                  <a:moveTo>
                    <a:pt x="0" y="0"/>
                  </a:moveTo>
                  <a:lnTo>
                    <a:pt x="815606" y="284194"/>
                  </a:lnTo>
                </a:path>
              </a:pathLst>
            </a:custGeom>
            <a:ln w="1897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63656" y="2347482"/>
              <a:ext cx="3262425" cy="2417928"/>
            </a:xfrm>
            <a:custGeom>
              <a:avLst/>
              <a:pathLst>
                <a:path w="3262425" h="2417928">
                  <a:moveTo>
                    <a:pt x="0" y="2417928"/>
                  </a:moveTo>
                  <a:lnTo>
                    <a:pt x="815606" y="122319"/>
                  </a:lnTo>
                  <a:lnTo>
                    <a:pt x="1631212" y="634538"/>
                  </a:lnTo>
                  <a:lnTo>
                    <a:pt x="2446818" y="0"/>
                  </a:lnTo>
                  <a:lnTo>
                    <a:pt x="3262425" y="63593"/>
                  </a:lnTo>
                </a:path>
              </a:pathLst>
            </a:custGeom>
            <a:ln w="1897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763656" y="3461981"/>
              <a:ext cx="3262425" cy="1450355"/>
            </a:xfrm>
            <a:custGeom>
              <a:avLst/>
              <a:pathLst>
                <a:path w="3262425" h="1450355">
                  <a:moveTo>
                    <a:pt x="0" y="0"/>
                  </a:moveTo>
                  <a:lnTo>
                    <a:pt x="815606" y="1450355"/>
                  </a:lnTo>
                  <a:lnTo>
                    <a:pt x="1631212" y="59834"/>
                  </a:lnTo>
                  <a:lnTo>
                    <a:pt x="2446818" y="944531"/>
                  </a:lnTo>
                  <a:lnTo>
                    <a:pt x="3262425" y="1334735"/>
                  </a:lnTo>
                </a:path>
              </a:pathLst>
            </a:custGeom>
            <a:ln w="1897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79263" y="2809310"/>
              <a:ext cx="2446818" cy="1828824"/>
            </a:xfrm>
            <a:custGeom>
              <a:avLst/>
              <a:pathLst>
                <a:path w="2446818" h="1828824">
                  <a:moveTo>
                    <a:pt x="0" y="978045"/>
                  </a:moveTo>
                  <a:lnTo>
                    <a:pt x="815606" y="1828824"/>
                  </a:lnTo>
                  <a:lnTo>
                    <a:pt x="1631212" y="251052"/>
                  </a:lnTo>
                  <a:lnTo>
                    <a:pt x="2446818" y="0"/>
                  </a:lnTo>
                </a:path>
              </a:pathLst>
            </a:custGeom>
            <a:ln w="1897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274293" y="2097270"/>
              <a:ext cx="4241152" cy="29491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5597687" y="2097270"/>
              <a:ext cx="4241152" cy="29491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597687" y="456912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97687" y="376289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97687" y="2956676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97687" y="215045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597687" y="4972232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597687" y="416600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597687" y="3359787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597687" y="255356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087051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02657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18263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33869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349476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054631" y="4644447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054631" y="4429148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054631" y="4815890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054631" y="4507012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870237" y="4068697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870237" y="4482745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870237" y="3195772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870237" y="4362413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870237" y="4139820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685844" y="2759963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685844" y="4587790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685844" y="2660633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501450" y="2244078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501450" y="4797842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8501450" y="2578977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9317056" y="2198901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9317056" y="4556898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9317056" y="3945590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087051" y="4101116"/>
              <a:ext cx="815606" cy="575750"/>
            </a:xfrm>
            <a:custGeom>
              <a:avLst/>
              <a:pathLst>
                <a:path w="815606" h="575750">
                  <a:moveTo>
                    <a:pt x="0" y="575750"/>
                  </a:moveTo>
                  <a:lnTo>
                    <a:pt x="815606" y="0"/>
                  </a:lnTo>
                </a:path>
              </a:pathLst>
            </a:custGeom>
            <a:ln w="1897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087051" y="4461567"/>
              <a:ext cx="815606" cy="53596"/>
            </a:xfrm>
            <a:custGeom>
              <a:avLst/>
              <a:pathLst>
                <a:path w="815606" h="53596">
                  <a:moveTo>
                    <a:pt x="0" y="0"/>
                  </a:moveTo>
                  <a:lnTo>
                    <a:pt x="815606" y="53596"/>
                  </a:lnTo>
                </a:path>
              </a:pathLst>
            </a:custGeom>
            <a:ln w="1897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087051" y="2231320"/>
              <a:ext cx="3262425" cy="2616988"/>
            </a:xfrm>
            <a:custGeom>
              <a:avLst/>
              <a:pathLst>
                <a:path w="3262425" h="2616988">
                  <a:moveTo>
                    <a:pt x="0" y="2616988"/>
                  </a:moveTo>
                  <a:lnTo>
                    <a:pt x="815606" y="996871"/>
                  </a:lnTo>
                  <a:lnTo>
                    <a:pt x="1631212" y="561062"/>
                  </a:lnTo>
                  <a:lnTo>
                    <a:pt x="2446818" y="45177"/>
                  </a:lnTo>
                  <a:lnTo>
                    <a:pt x="3262425" y="0"/>
                  </a:lnTo>
                </a:path>
              </a:pathLst>
            </a:custGeom>
            <a:ln w="1897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087051" y="4394833"/>
              <a:ext cx="3262425" cy="435428"/>
            </a:xfrm>
            <a:custGeom>
              <a:avLst/>
              <a:pathLst>
                <a:path w="3262425" h="435428">
                  <a:moveTo>
                    <a:pt x="0" y="144598"/>
                  </a:moveTo>
                  <a:lnTo>
                    <a:pt x="815606" y="0"/>
                  </a:lnTo>
                  <a:lnTo>
                    <a:pt x="1631212" y="225377"/>
                  </a:lnTo>
                  <a:lnTo>
                    <a:pt x="2446818" y="435428"/>
                  </a:lnTo>
                  <a:lnTo>
                    <a:pt x="3262425" y="194484"/>
                  </a:lnTo>
                </a:path>
              </a:pathLst>
            </a:custGeom>
            <a:ln w="1897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902657" y="2611396"/>
              <a:ext cx="2446818" cy="1560842"/>
            </a:xfrm>
            <a:custGeom>
              <a:avLst/>
              <a:pathLst>
                <a:path w="2446818" h="1560842">
                  <a:moveTo>
                    <a:pt x="0" y="1560842"/>
                  </a:moveTo>
                  <a:lnTo>
                    <a:pt x="815606" y="81656"/>
                  </a:lnTo>
                  <a:lnTo>
                    <a:pt x="1631212" y="0"/>
                  </a:lnTo>
                  <a:lnTo>
                    <a:pt x="2446818" y="1366613"/>
                  </a:lnTo>
                </a:path>
              </a:pathLst>
            </a:custGeom>
            <a:ln w="1897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597687" y="2097270"/>
              <a:ext cx="4241152" cy="29491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1274293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3193107" y="1923120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5597687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7520204" y="1923120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85" name="pl85"/>
            <p:cNvSpPr/>
            <p:nvPr/>
          </p:nvSpPr>
          <p:spPr>
            <a:xfrm>
              <a:off x="1763656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579263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94869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210475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026081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1675691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498567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314173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129779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45386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95" name="pl95"/>
            <p:cNvSpPr/>
            <p:nvPr/>
          </p:nvSpPr>
          <p:spPr>
            <a:xfrm>
              <a:off x="6087051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902657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718263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533869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349476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5999085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821961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637567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8453174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268780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1126849" y="4925003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053423" y="4118781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053423" y="3312558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053423" y="2506335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09" name="pl109"/>
            <p:cNvSpPr/>
            <p:nvPr/>
          </p:nvSpPr>
          <p:spPr>
            <a:xfrm>
              <a:off x="1233172" y="497223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233172" y="416600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233172" y="335978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233172" y="255356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5065579" y="52837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114" name="tx114"/>
            <p:cNvSpPr/>
            <p:nvPr/>
          </p:nvSpPr>
          <p:spPr>
            <a:xfrm rot="-5400000">
              <a:off x="652394" y="3512713"/>
              <a:ext cx="532089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CV (%)</a:t>
              </a:r>
            </a:p>
          </p:txBody>
        </p:sp>
        <p:sp>
          <p:nvSpPr>
            <p:cNvPr id="115" name="rc115"/>
            <p:cNvSpPr/>
            <p:nvPr/>
          </p:nvSpPr>
          <p:spPr>
            <a:xfrm>
              <a:off x="3298324" y="5601244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3380566" y="57340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392165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998962" y="5760794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943599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476032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837632" y="5760794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782269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819273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896582" y="5760794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841219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460159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537467" y="5760794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482104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7122898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7200207" y="5760794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144844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4223351" y="57459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062021" y="57459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120971" y="5745985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61856" y="5745985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424596" y="5745985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274293" y="1577666"/>
              <a:ext cx="3233501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Coefficient of variation across stages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225360" y="1843428"/>
              <a:ext cx="6699079" cy="3202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225360" y="4914936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225360" y="3966282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225360" y="3017628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25360" y="2068974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225360" y="4440609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25360" y="3491955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225360" y="2543301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98331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86615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74900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863184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51469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952361" y="2839222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240645" y="3988126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528930" y="4656254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817214" y="4539421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8105499" y="4540973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952361" y="2474911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240645" y="3332620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528930" y="4694789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817214" y="4662229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8105499" y="4802605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998331" y="2885192"/>
              <a:ext cx="5153137" cy="1817032"/>
            </a:xfrm>
            <a:custGeom>
              <a:avLst/>
              <a:pathLst>
                <a:path w="5153137" h="1817032">
                  <a:moveTo>
                    <a:pt x="0" y="0"/>
                  </a:moveTo>
                  <a:lnTo>
                    <a:pt x="1288284" y="1148903"/>
                  </a:lnTo>
                  <a:lnTo>
                    <a:pt x="2576568" y="1817032"/>
                  </a:lnTo>
                  <a:lnTo>
                    <a:pt x="3864853" y="1700199"/>
                  </a:lnTo>
                  <a:lnTo>
                    <a:pt x="5153137" y="1701750"/>
                  </a:lnTo>
                </a:path>
              </a:pathLst>
            </a:custGeom>
            <a:ln w="2710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998331" y="2520881"/>
              <a:ext cx="5153137" cy="2327694"/>
            </a:xfrm>
            <a:custGeom>
              <a:avLst/>
              <a:pathLst>
                <a:path w="5153137" h="2327694">
                  <a:moveTo>
                    <a:pt x="0" y="0"/>
                  </a:moveTo>
                  <a:lnTo>
                    <a:pt x="1288284" y="857709"/>
                  </a:lnTo>
                  <a:lnTo>
                    <a:pt x="2576568" y="2219877"/>
                  </a:lnTo>
                  <a:lnTo>
                    <a:pt x="3864853" y="2187318"/>
                  </a:lnTo>
                  <a:lnTo>
                    <a:pt x="5153137" y="2327694"/>
                  </a:lnTo>
                </a:path>
              </a:pathLst>
            </a:custGeom>
            <a:ln w="2710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01709" y="2347909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98331" y="2347909"/>
              <a:ext cx="0" cy="1074566"/>
            </a:xfrm>
            <a:custGeom>
              <a:avLst/>
              <a:pathLst>
                <a:path w="0" h="1074566">
                  <a:moveTo>
                    <a:pt x="0" y="0"/>
                  </a:moveTo>
                  <a:lnTo>
                    <a:pt x="0" y="1074566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01709" y="3422475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89994" y="3852935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286615" y="3852935"/>
              <a:ext cx="0" cy="362322"/>
            </a:xfrm>
            <a:custGeom>
              <a:avLst/>
              <a:pathLst>
                <a:path w="0" h="362322">
                  <a:moveTo>
                    <a:pt x="0" y="0"/>
                  </a:moveTo>
                  <a:lnTo>
                    <a:pt x="0" y="362322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89994" y="421525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478278" y="4607033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74900" y="4607033"/>
              <a:ext cx="0" cy="190382"/>
            </a:xfrm>
            <a:custGeom>
              <a:avLst/>
              <a:pathLst>
                <a:path w="0" h="190382">
                  <a:moveTo>
                    <a:pt x="0" y="0"/>
                  </a:moveTo>
                  <a:lnTo>
                    <a:pt x="0" y="190382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478278" y="4797416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766563" y="4511794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863184" y="4511794"/>
              <a:ext cx="0" cy="147195"/>
            </a:xfrm>
            <a:custGeom>
              <a:avLst/>
              <a:pathLst>
                <a:path w="0" h="147195">
                  <a:moveTo>
                    <a:pt x="0" y="0"/>
                  </a:moveTo>
                  <a:lnTo>
                    <a:pt x="0" y="147195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766563" y="4658989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054847" y="4515806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151469" y="4515806"/>
              <a:ext cx="0" cy="142274"/>
            </a:xfrm>
            <a:custGeom>
              <a:avLst/>
              <a:pathLst>
                <a:path w="0" h="142274">
                  <a:moveTo>
                    <a:pt x="0" y="0"/>
                  </a:moveTo>
                  <a:lnTo>
                    <a:pt x="0" y="142274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054847" y="4658080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01709" y="198901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98331" y="1989017"/>
              <a:ext cx="0" cy="1063727"/>
            </a:xfrm>
            <a:custGeom>
              <a:avLst/>
              <a:pathLst>
                <a:path w="0" h="1063727">
                  <a:moveTo>
                    <a:pt x="0" y="0"/>
                  </a:moveTo>
                  <a:lnTo>
                    <a:pt x="0" y="1063727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01709" y="3052745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189994" y="3096684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286615" y="3096684"/>
              <a:ext cx="0" cy="563812"/>
            </a:xfrm>
            <a:custGeom>
              <a:avLst/>
              <a:pathLst>
                <a:path w="0" h="563812">
                  <a:moveTo>
                    <a:pt x="0" y="0"/>
                  </a:moveTo>
                  <a:lnTo>
                    <a:pt x="0" y="563812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89994" y="366049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478278" y="464125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74900" y="4641257"/>
              <a:ext cx="0" cy="199004"/>
            </a:xfrm>
            <a:custGeom>
              <a:avLst/>
              <a:pathLst>
                <a:path w="0" h="199004">
                  <a:moveTo>
                    <a:pt x="0" y="0"/>
                  </a:moveTo>
                  <a:lnTo>
                    <a:pt x="0" y="199004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478278" y="4840261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766563" y="463421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863184" y="4634217"/>
              <a:ext cx="0" cy="147964"/>
            </a:xfrm>
            <a:custGeom>
              <a:avLst/>
              <a:pathLst>
                <a:path w="0" h="147964">
                  <a:moveTo>
                    <a:pt x="0" y="0"/>
                  </a:moveTo>
                  <a:lnTo>
                    <a:pt x="0" y="147964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766563" y="4782181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054847" y="4796352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151469" y="4796352"/>
              <a:ext cx="0" cy="104446"/>
            </a:xfrm>
            <a:custGeom>
              <a:avLst/>
              <a:pathLst>
                <a:path w="0" h="104446">
                  <a:moveTo>
                    <a:pt x="0" y="0"/>
                  </a:moveTo>
                  <a:lnTo>
                    <a:pt x="0" y="104446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054847" y="4900799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225360" y="1843428"/>
              <a:ext cx="6699079" cy="3202960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1967823" y="4393380"/>
              <a:ext cx="18352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1967823" y="3444726"/>
              <a:ext cx="18352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67823" y="2496072"/>
              <a:ext cx="18352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64" name="pl64"/>
            <p:cNvSpPr/>
            <p:nvPr/>
          </p:nvSpPr>
          <p:spPr>
            <a:xfrm>
              <a:off x="2184239" y="444060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184239" y="349195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184239" y="254330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998331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286615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74900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863184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51469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910365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205919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494204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782488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8070773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083913" y="52837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78" name="tx78"/>
            <p:cNvSpPr/>
            <p:nvPr/>
          </p:nvSpPr>
          <p:spPr>
            <a:xfrm rot="-5400000">
              <a:off x="795863" y="3385792"/>
              <a:ext cx="207395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protein content (mg/g)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4458078" y="5601244"/>
              <a:ext cx="2233644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4540319" y="5734097"/>
              <a:ext cx="501639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5124201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187959" y="5747243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146146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146146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911665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975422" y="5747243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933610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933610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5425898" y="5745985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213362" y="5745985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25360" y="1577666"/>
              <a:ext cx="3700119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Whole-plant average protein content trend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74293" y="2097270"/>
              <a:ext cx="4241152" cy="26279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4293" y="423121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4293" y="347337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74293" y="271552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293" y="461014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74293" y="3852295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74293" y="309444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4293" y="2336600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763656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579263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94869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10475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026081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763656" y="2254389"/>
              <a:ext cx="0" cy="365305"/>
            </a:xfrm>
            <a:custGeom>
              <a:avLst/>
              <a:pathLst>
                <a:path w="0" h="365305">
                  <a:moveTo>
                    <a:pt x="0" y="365305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763656" y="3552506"/>
              <a:ext cx="0" cy="78149"/>
            </a:xfrm>
            <a:custGeom>
              <a:avLst/>
              <a:pathLst>
                <a:path w="0" h="78149">
                  <a:moveTo>
                    <a:pt x="0" y="0"/>
                  </a:moveTo>
                  <a:lnTo>
                    <a:pt x="0" y="78149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57804" y="2619694"/>
              <a:ext cx="611704" cy="932811"/>
            </a:xfrm>
            <a:custGeom>
              <a:avLst/>
              <a:pathLst>
                <a:path w="611704" h="932811">
                  <a:moveTo>
                    <a:pt x="0" y="0"/>
                  </a:moveTo>
                  <a:lnTo>
                    <a:pt x="0" y="932811"/>
                  </a:lnTo>
                  <a:lnTo>
                    <a:pt x="611704" y="932811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57804" y="3078586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579263" y="4233007"/>
              <a:ext cx="0" cy="106091"/>
            </a:xfrm>
            <a:custGeom>
              <a:avLst/>
              <a:pathLst>
                <a:path w="0" h="106091">
                  <a:moveTo>
                    <a:pt x="0" y="106091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9263" y="4424853"/>
              <a:ext cx="0" cy="4497"/>
            </a:xfrm>
            <a:custGeom>
              <a:avLst/>
              <a:pathLst>
                <a:path w="0" h="4497">
                  <a:moveTo>
                    <a:pt x="0" y="0"/>
                  </a:moveTo>
                  <a:lnTo>
                    <a:pt x="0" y="4497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273410" y="4339098"/>
              <a:ext cx="611704" cy="85754"/>
            </a:xfrm>
            <a:custGeom>
              <a:avLst/>
              <a:pathLst>
                <a:path w="611704" h="85754">
                  <a:moveTo>
                    <a:pt x="0" y="0"/>
                  </a:moveTo>
                  <a:lnTo>
                    <a:pt x="0" y="85754"/>
                  </a:lnTo>
                  <a:lnTo>
                    <a:pt x="611704" y="85754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273410" y="4380560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376818" y="3226860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376818" y="301070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76818" y="308508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94869" y="3450727"/>
              <a:ext cx="0" cy="567127"/>
            </a:xfrm>
            <a:custGeom>
              <a:avLst/>
              <a:pathLst>
                <a:path w="0" h="567127">
                  <a:moveTo>
                    <a:pt x="0" y="567127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94869" y="4398620"/>
              <a:ext cx="0" cy="149985"/>
            </a:xfrm>
            <a:custGeom>
              <a:avLst/>
              <a:pathLst>
                <a:path w="0" h="149985">
                  <a:moveTo>
                    <a:pt x="0" y="0"/>
                  </a:moveTo>
                  <a:lnTo>
                    <a:pt x="0" y="149985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89017" y="4017855"/>
              <a:ext cx="611704" cy="380765"/>
            </a:xfrm>
            <a:custGeom>
              <a:avLst/>
              <a:pathLst>
                <a:path w="611704" h="380765">
                  <a:moveTo>
                    <a:pt x="0" y="0"/>
                  </a:moveTo>
                  <a:lnTo>
                    <a:pt x="0" y="380765"/>
                  </a:lnTo>
                  <a:lnTo>
                    <a:pt x="611704" y="380765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4DAF4A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89017" y="4254515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92425" y="407854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192425" y="386149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10475" y="4273658"/>
              <a:ext cx="0" cy="176616"/>
            </a:xfrm>
            <a:custGeom>
              <a:avLst/>
              <a:pathLst>
                <a:path w="0" h="176616">
                  <a:moveTo>
                    <a:pt x="0" y="176616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10475" y="4589954"/>
              <a:ext cx="0" cy="15854"/>
            </a:xfrm>
            <a:custGeom>
              <a:avLst/>
              <a:pathLst>
                <a:path w="0" h="15854">
                  <a:moveTo>
                    <a:pt x="0" y="0"/>
                  </a:moveTo>
                  <a:lnTo>
                    <a:pt x="0" y="15854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3904623" y="4450275"/>
              <a:ext cx="611704" cy="139678"/>
            </a:xfrm>
            <a:custGeom>
              <a:avLst/>
              <a:pathLst>
                <a:path w="611704" h="139678">
                  <a:moveTo>
                    <a:pt x="0" y="0"/>
                  </a:moveTo>
                  <a:lnTo>
                    <a:pt x="0" y="139678"/>
                  </a:lnTo>
                  <a:lnTo>
                    <a:pt x="611704" y="139678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904623" y="4578980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026081" y="4280706"/>
              <a:ext cx="0" cy="168287"/>
            </a:xfrm>
            <a:custGeom>
              <a:avLst/>
              <a:pathLst>
                <a:path w="0" h="168287">
                  <a:moveTo>
                    <a:pt x="0" y="168287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026081" y="4567680"/>
              <a:ext cx="0" cy="9859"/>
            </a:xfrm>
            <a:custGeom>
              <a:avLst/>
              <a:pathLst>
                <a:path w="0" h="9859">
                  <a:moveTo>
                    <a:pt x="0" y="0"/>
                  </a:moveTo>
                  <a:lnTo>
                    <a:pt x="0" y="9859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4720229" y="4448994"/>
              <a:ext cx="611704" cy="118686"/>
            </a:xfrm>
            <a:custGeom>
              <a:avLst/>
              <a:pathLst>
                <a:path w="611704" h="118686">
                  <a:moveTo>
                    <a:pt x="0" y="0"/>
                  </a:moveTo>
                  <a:lnTo>
                    <a:pt x="0" y="118686"/>
                  </a:lnTo>
                  <a:lnTo>
                    <a:pt x="611704" y="118686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20229" y="4503589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274293" y="2097270"/>
              <a:ext cx="4241152" cy="2627992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5597687" y="2097270"/>
              <a:ext cx="4241152" cy="26279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97687" y="423121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97687" y="347337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97687" y="271552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597687" y="461014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597687" y="3852295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597687" y="309444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597687" y="2336600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087051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02657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18263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33869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349476" y="2097270"/>
              <a:ext cx="0" cy="2627992"/>
            </a:xfrm>
            <a:custGeom>
              <a:avLst/>
              <a:pathLst>
                <a:path w="0" h="2627992">
                  <a:moveTo>
                    <a:pt x="0" y="262799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087051" y="2297465"/>
              <a:ext cx="0" cy="224610"/>
            </a:xfrm>
            <a:custGeom>
              <a:avLst/>
              <a:pathLst>
                <a:path w="0" h="224610">
                  <a:moveTo>
                    <a:pt x="0" y="22461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087051" y="4066307"/>
              <a:ext cx="0" cy="67391"/>
            </a:xfrm>
            <a:custGeom>
              <a:avLst/>
              <a:pathLst>
                <a:path w="0" h="67391">
                  <a:moveTo>
                    <a:pt x="0" y="0"/>
                  </a:moveTo>
                  <a:lnTo>
                    <a:pt x="0" y="67391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5781198" y="2522076"/>
              <a:ext cx="611704" cy="1544231"/>
            </a:xfrm>
            <a:custGeom>
              <a:avLst/>
              <a:pathLst>
                <a:path w="611704" h="1544231">
                  <a:moveTo>
                    <a:pt x="0" y="0"/>
                  </a:moveTo>
                  <a:lnTo>
                    <a:pt x="0" y="1544231"/>
                  </a:lnTo>
                  <a:lnTo>
                    <a:pt x="611704" y="1544231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781198" y="3262970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902657" y="4413754"/>
              <a:ext cx="0" cy="30514"/>
            </a:xfrm>
            <a:custGeom>
              <a:avLst/>
              <a:pathLst>
                <a:path w="0" h="30514">
                  <a:moveTo>
                    <a:pt x="0" y="30514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902657" y="4472749"/>
              <a:ext cx="0" cy="22322"/>
            </a:xfrm>
            <a:custGeom>
              <a:avLst/>
              <a:pathLst>
                <a:path w="0" h="22322">
                  <a:moveTo>
                    <a:pt x="0" y="0"/>
                  </a:moveTo>
                  <a:lnTo>
                    <a:pt x="0" y="22322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596804" y="4444269"/>
              <a:ext cx="611704" cy="28479"/>
            </a:xfrm>
            <a:custGeom>
              <a:avLst/>
              <a:pathLst>
                <a:path w="611704" h="28479">
                  <a:moveTo>
                    <a:pt x="0" y="0"/>
                  </a:moveTo>
                  <a:lnTo>
                    <a:pt x="0" y="28479"/>
                  </a:lnTo>
                  <a:lnTo>
                    <a:pt x="611704" y="28479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596804" y="4461635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7700212" y="3357740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700212" y="333300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700212" y="340704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700212" y="3334823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7700212" y="2902471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7700212" y="2198673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7700212" y="3109060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7700212" y="338047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7700212" y="344672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7700212" y="2756585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7700212" y="3212779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7700212" y="3443271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700212" y="349115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7700212" y="291514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7700212" y="322402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718263" y="3654512"/>
              <a:ext cx="0" cy="437422"/>
            </a:xfrm>
            <a:custGeom>
              <a:avLst/>
              <a:pathLst>
                <a:path w="0" h="437422">
                  <a:moveTo>
                    <a:pt x="0" y="437422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718263" y="4434371"/>
              <a:ext cx="0" cy="143032"/>
            </a:xfrm>
            <a:custGeom>
              <a:avLst/>
              <a:pathLst>
                <a:path w="0" h="143032">
                  <a:moveTo>
                    <a:pt x="0" y="0"/>
                  </a:moveTo>
                  <a:lnTo>
                    <a:pt x="0" y="143032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7412411" y="4091934"/>
              <a:ext cx="611704" cy="342437"/>
            </a:xfrm>
            <a:custGeom>
              <a:avLst/>
              <a:pathLst>
                <a:path w="611704" h="342437">
                  <a:moveTo>
                    <a:pt x="0" y="0"/>
                  </a:moveTo>
                  <a:lnTo>
                    <a:pt x="0" y="342437"/>
                  </a:lnTo>
                  <a:lnTo>
                    <a:pt x="611704" y="342437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4DAF4A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412411" y="4277304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8515819" y="342952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8515819" y="3647693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8515819" y="3579714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533869" y="4391746"/>
              <a:ext cx="0" cy="7790"/>
            </a:xfrm>
            <a:custGeom>
              <a:avLst/>
              <a:pathLst>
                <a:path w="0" h="7790">
                  <a:moveTo>
                    <a:pt x="0" y="779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533869" y="4586278"/>
              <a:ext cx="0" cy="7995"/>
            </a:xfrm>
            <a:custGeom>
              <a:avLst/>
              <a:pathLst>
                <a:path w="0" h="7995">
                  <a:moveTo>
                    <a:pt x="0" y="0"/>
                  </a:moveTo>
                  <a:lnTo>
                    <a:pt x="0" y="7995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8228017" y="4399537"/>
              <a:ext cx="611704" cy="186741"/>
            </a:xfrm>
            <a:custGeom>
              <a:avLst/>
              <a:pathLst>
                <a:path w="611704" h="186741">
                  <a:moveTo>
                    <a:pt x="0" y="0"/>
                  </a:moveTo>
                  <a:lnTo>
                    <a:pt x="0" y="186741"/>
                  </a:lnTo>
                  <a:lnTo>
                    <a:pt x="611704" y="186741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228017" y="4577176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9331425" y="4262686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9331425" y="4229598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9331425" y="4232418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9331425" y="4175837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9331425" y="4142052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9331425" y="4038939"/>
              <a:ext cx="36101" cy="36101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9349476" y="4398976"/>
              <a:ext cx="0" cy="71847"/>
            </a:xfrm>
            <a:custGeom>
              <a:avLst/>
              <a:pathLst>
                <a:path w="0" h="71847">
                  <a:moveTo>
                    <a:pt x="0" y="71847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349476" y="4577324"/>
              <a:ext cx="0" cy="19692"/>
            </a:xfrm>
            <a:custGeom>
              <a:avLst/>
              <a:pathLst>
                <a:path w="0" h="19692">
                  <a:moveTo>
                    <a:pt x="0" y="0"/>
                  </a:moveTo>
                  <a:lnTo>
                    <a:pt x="0" y="19692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9043623" y="4470824"/>
              <a:ext cx="611704" cy="106500"/>
            </a:xfrm>
            <a:custGeom>
              <a:avLst/>
              <a:pathLst>
                <a:path w="611704" h="106500">
                  <a:moveTo>
                    <a:pt x="0" y="0"/>
                  </a:moveTo>
                  <a:lnTo>
                    <a:pt x="0" y="106500"/>
                  </a:lnTo>
                  <a:lnTo>
                    <a:pt x="611704" y="106500"/>
                  </a:lnTo>
                  <a:lnTo>
                    <a:pt x="611704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9043623" y="4566187"/>
              <a:ext cx="611704" cy="0"/>
            </a:xfrm>
            <a:custGeom>
              <a:avLst/>
              <a:pathLst>
                <a:path w="611704" h="0">
                  <a:moveTo>
                    <a:pt x="0" y="0"/>
                  </a:moveTo>
                  <a:lnTo>
                    <a:pt x="611704" y="0"/>
                  </a:lnTo>
                </a:path>
              </a:pathLst>
            </a:custGeom>
            <a:ln w="32028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597687" y="2097270"/>
              <a:ext cx="4241152" cy="2627992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1274293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3193107" y="1923120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4" name="rc104"/>
            <p:cNvSpPr/>
            <p:nvPr/>
          </p:nvSpPr>
          <p:spPr>
            <a:xfrm>
              <a:off x="5597687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tx105"/>
            <p:cNvSpPr/>
            <p:nvPr/>
          </p:nvSpPr>
          <p:spPr>
            <a:xfrm>
              <a:off x="7520204" y="1923120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1763656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579263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94869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210475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026081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 rot="-1800000">
              <a:off x="1363001" y="490663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12" name="tx112"/>
            <p:cNvSpPr/>
            <p:nvPr/>
          </p:nvSpPr>
          <p:spPr>
            <a:xfrm rot="-1800000">
              <a:off x="1973084" y="4961704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13" name="tx113"/>
            <p:cNvSpPr/>
            <p:nvPr/>
          </p:nvSpPr>
          <p:spPr>
            <a:xfrm rot="-1800000">
              <a:off x="3178749" y="4857189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14" name="tx114"/>
            <p:cNvSpPr/>
            <p:nvPr/>
          </p:nvSpPr>
          <p:spPr>
            <a:xfrm rot="-1800000">
              <a:off x="3973965" y="4862652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15" name="tx115"/>
            <p:cNvSpPr/>
            <p:nvPr/>
          </p:nvSpPr>
          <p:spPr>
            <a:xfrm rot="-1800000">
              <a:off x="4762356" y="4869944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6087051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902657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7718263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533869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9349476" y="472526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 rot="-1800000">
              <a:off x="5686395" y="490663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1800000">
              <a:off x="6296478" y="4961704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23" name="tx123"/>
            <p:cNvSpPr/>
            <p:nvPr/>
          </p:nvSpPr>
          <p:spPr>
            <a:xfrm rot="-1800000">
              <a:off x="7502143" y="4857189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24" name="tx124"/>
            <p:cNvSpPr/>
            <p:nvPr/>
          </p:nvSpPr>
          <p:spPr>
            <a:xfrm rot="-1800000">
              <a:off x="8297359" y="4862652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25" name="tx125"/>
            <p:cNvSpPr/>
            <p:nvPr/>
          </p:nvSpPr>
          <p:spPr>
            <a:xfrm rot="-1800000">
              <a:off x="9085750" y="4869944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126849" y="4562914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126849" y="3805066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053423" y="3047219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1053423" y="2289371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30" name="pl130"/>
            <p:cNvSpPr/>
            <p:nvPr/>
          </p:nvSpPr>
          <p:spPr>
            <a:xfrm>
              <a:off x="1233172" y="461014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1233172" y="385229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233172" y="309444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233172" y="233660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5327143" y="5283781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35" name="tx135"/>
            <p:cNvSpPr/>
            <p:nvPr/>
          </p:nvSpPr>
          <p:spPr>
            <a:xfrm rot="-5400000">
              <a:off x="101696" y="3352150"/>
              <a:ext cx="163348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3298324" y="5601244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3380566" y="57340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38" name="rc138"/>
            <p:cNvSpPr/>
            <p:nvPr/>
          </p:nvSpPr>
          <p:spPr>
            <a:xfrm>
              <a:off x="392165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031382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031382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949086" y="5738349"/>
              <a:ext cx="164591" cy="109727"/>
            </a:xfrm>
            <a:prstGeom prst="rect">
              <a:avLst/>
            </a:prstGeom>
            <a:solidFill>
              <a:srgbClr val="FF7F00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949086" y="5793213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031382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031382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76032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870052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870052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787756" y="5738349"/>
              <a:ext cx="164591" cy="109727"/>
            </a:xfrm>
            <a:prstGeom prst="rect">
              <a:avLst/>
            </a:prstGeom>
            <a:solidFill>
              <a:srgbClr val="984EA3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4787756" y="579321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870052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870052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5819273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929001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929001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5846705" y="5738349"/>
              <a:ext cx="164591" cy="109727"/>
            </a:xfrm>
            <a:prstGeom prst="rect">
              <a:avLst/>
            </a:prstGeom>
            <a:solidFill>
              <a:srgbClr val="4DAF4A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846705" y="579321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929001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929001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6460159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569887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569887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6487591" y="5738349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487591" y="5793213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569887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569887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122898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7232626" y="584807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232626" y="57054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150330" y="5738349"/>
              <a:ext cx="164592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150330" y="5793213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232626" y="58809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232626" y="57054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tx173"/>
            <p:cNvSpPr/>
            <p:nvPr/>
          </p:nvSpPr>
          <p:spPr>
            <a:xfrm>
              <a:off x="4223351" y="57459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5062021" y="57459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6120971" y="5745985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6761856" y="5745985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424596" y="5745985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274293" y="1577666"/>
              <a:ext cx="3182569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by organ and variety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520171"/>
            <a:ext cx="9783763" cy="6522509"/>
            <a:chOff x="457200" y="520171"/>
            <a:chExt cx="9783763" cy="6522509"/>
          </a:xfrm>
        </p:grpSpPr>
        <p:sp>
          <p:nvSpPr>
            <p:cNvPr id="3" name="rc3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54411" y="1122015"/>
              <a:ext cx="9204309" cy="22817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54411" y="2951892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54411" y="2246904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4411" y="1541916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54411" y="3304386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54411" y="2599398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54411" y="1894410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54411" y="1189422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016447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86506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56566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26626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096685" y="1122015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1977252" y="1313869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977252" y="3005868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977252" y="2244185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977252" y="2775065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747312" y="2288881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747312" y="3067921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747312" y="263335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747312" y="3117585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747312" y="3051819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5517371" y="292308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517371" y="3259744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5517371" y="3232294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287431" y="2912612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7287431" y="3233692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287431" y="3151146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9057490" y="2902794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9057490" y="3246081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9057490" y="3176947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016447" y="1353064"/>
              <a:ext cx="1770059" cy="975012"/>
            </a:xfrm>
            <a:custGeom>
              <a:avLst/>
              <a:pathLst>
                <a:path w="1770059" h="975012">
                  <a:moveTo>
                    <a:pt x="0" y="0"/>
                  </a:moveTo>
                  <a:lnTo>
                    <a:pt x="1770059" y="975012"/>
                  </a:lnTo>
                </a:path>
              </a:pathLst>
            </a:custGeom>
            <a:ln w="21681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016447" y="3045063"/>
              <a:ext cx="1770059" cy="62053"/>
            </a:xfrm>
            <a:custGeom>
              <a:avLst/>
              <a:pathLst>
                <a:path w="1770059" h="62053">
                  <a:moveTo>
                    <a:pt x="0" y="0"/>
                  </a:moveTo>
                  <a:lnTo>
                    <a:pt x="1770059" y="62053"/>
                  </a:lnTo>
                </a:path>
              </a:pathLst>
            </a:custGeom>
            <a:ln w="21681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016447" y="2283380"/>
              <a:ext cx="7080238" cy="678894"/>
            </a:xfrm>
            <a:custGeom>
              <a:avLst/>
              <a:pathLst>
                <a:path w="7080238" h="678894">
                  <a:moveTo>
                    <a:pt x="0" y="0"/>
                  </a:moveTo>
                  <a:lnTo>
                    <a:pt x="1770059" y="389165"/>
                  </a:lnTo>
                  <a:lnTo>
                    <a:pt x="3540119" y="678894"/>
                  </a:lnTo>
                  <a:lnTo>
                    <a:pt x="5310178" y="668426"/>
                  </a:lnTo>
                  <a:lnTo>
                    <a:pt x="7080238" y="658608"/>
                  </a:lnTo>
                </a:path>
              </a:pathLst>
            </a:custGeom>
            <a:ln w="21681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016447" y="2814259"/>
              <a:ext cx="7080238" cy="484679"/>
            </a:xfrm>
            <a:custGeom>
              <a:avLst/>
              <a:pathLst>
                <a:path w="7080238" h="484679">
                  <a:moveTo>
                    <a:pt x="0" y="0"/>
                  </a:moveTo>
                  <a:lnTo>
                    <a:pt x="1770059" y="342520"/>
                  </a:lnTo>
                  <a:lnTo>
                    <a:pt x="3540119" y="484679"/>
                  </a:lnTo>
                  <a:lnTo>
                    <a:pt x="5310178" y="458627"/>
                  </a:lnTo>
                  <a:lnTo>
                    <a:pt x="7080238" y="471016"/>
                  </a:lnTo>
                </a:path>
              </a:pathLst>
            </a:custGeom>
            <a:ln w="2168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786506" y="3091014"/>
              <a:ext cx="5310178" cy="180474"/>
            </a:xfrm>
            <a:custGeom>
              <a:avLst/>
              <a:pathLst>
                <a:path w="5310178" h="180474">
                  <a:moveTo>
                    <a:pt x="0" y="0"/>
                  </a:moveTo>
                  <a:lnTo>
                    <a:pt x="1770059" y="180474"/>
                  </a:lnTo>
                  <a:lnTo>
                    <a:pt x="3540119" y="99326"/>
                  </a:lnTo>
                  <a:lnTo>
                    <a:pt x="5310178" y="125127"/>
                  </a:lnTo>
                </a:path>
              </a:pathLst>
            </a:custGeom>
            <a:ln w="2168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883692" y="123072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016447" y="1230726"/>
              <a:ext cx="0" cy="244676"/>
            </a:xfrm>
            <a:custGeom>
              <a:avLst/>
              <a:pathLst>
                <a:path w="0" h="244676">
                  <a:moveTo>
                    <a:pt x="0" y="0"/>
                  </a:moveTo>
                  <a:lnTo>
                    <a:pt x="0" y="244676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883692" y="147540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883692" y="299634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016447" y="2996344"/>
              <a:ext cx="0" cy="97437"/>
            </a:xfrm>
            <a:custGeom>
              <a:avLst/>
              <a:pathLst>
                <a:path w="0" h="97437">
                  <a:moveTo>
                    <a:pt x="0" y="0"/>
                  </a:moveTo>
                  <a:lnTo>
                    <a:pt x="0" y="97437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83692" y="309378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83692" y="225313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16447" y="2253136"/>
              <a:ext cx="0" cy="60487"/>
            </a:xfrm>
            <a:custGeom>
              <a:avLst/>
              <a:pathLst>
                <a:path w="0" h="60487">
                  <a:moveTo>
                    <a:pt x="0" y="0"/>
                  </a:moveTo>
                  <a:lnTo>
                    <a:pt x="0" y="60487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883692" y="231362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83692" y="270824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016447" y="2708243"/>
              <a:ext cx="0" cy="212032"/>
            </a:xfrm>
            <a:custGeom>
              <a:avLst/>
              <a:pathLst>
                <a:path w="0" h="212032">
                  <a:moveTo>
                    <a:pt x="0" y="0"/>
                  </a:moveTo>
                  <a:lnTo>
                    <a:pt x="0" y="212032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883692" y="292027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653752" y="228454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786506" y="2284544"/>
              <a:ext cx="0" cy="87063"/>
            </a:xfrm>
            <a:custGeom>
              <a:avLst/>
              <a:pathLst>
                <a:path w="0" h="87063">
                  <a:moveTo>
                    <a:pt x="0" y="0"/>
                  </a:moveTo>
                  <a:lnTo>
                    <a:pt x="0" y="87063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653752" y="237160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653752" y="307808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786506" y="3078085"/>
              <a:ext cx="0" cy="58062"/>
            </a:xfrm>
            <a:custGeom>
              <a:avLst/>
              <a:pathLst>
                <a:path w="0" h="58062">
                  <a:moveTo>
                    <a:pt x="0" y="0"/>
                  </a:moveTo>
                  <a:lnTo>
                    <a:pt x="0" y="58062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653752" y="313614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653752" y="258009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786506" y="2580095"/>
              <a:ext cx="0" cy="184900"/>
            </a:xfrm>
            <a:custGeom>
              <a:avLst/>
              <a:pathLst>
                <a:path w="0" h="184900">
                  <a:moveTo>
                    <a:pt x="0" y="0"/>
                  </a:moveTo>
                  <a:lnTo>
                    <a:pt x="0" y="18490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653752" y="276499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653752" y="315551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786506" y="3155514"/>
              <a:ext cx="0" cy="2532"/>
            </a:xfrm>
            <a:custGeom>
              <a:avLst/>
              <a:pathLst>
                <a:path w="0" h="2532">
                  <a:moveTo>
                    <a:pt x="0" y="0"/>
                  </a:moveTo>
                  <a:lnTo>
                    <a:pt x="0" y="2532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653752" y="315804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653752" y="306541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786506" y="3065410"/>
              <a:ext cx="0" cy="51208"/>
            </a:xfrm>
            <a:custGeom>
              <a:avLst/>
              <a:pathLst>
                <a:path w="0" h="51208">
                  <a:moveTo>
                    <a:pt x="0" y="0"/>
                  </a:moveTo>
                  <a:lnTo>
                    <a:pt x="0" y="5120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653752" y="311661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423812" y="292779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56566" y="2927797"/>
              <a:ext cx="0" cy="68955"/>
            </a:xfrm>
            <a:custGeom>
              <a:avLst/>
              <a:pathLst>
                <a:path w="0" h="68955">
                  <a:moveTo>
                    <a:pt x="0" y="0"/>
                  </a:moveTo>
                  <a:lnTo>
                    <a:pt x="0" y="68955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423812" y="299675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423812" y="329780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56566" y="3297807"/>
              <a:ext cx="0" cy="2263"/>
            </a:xfrm>
            <a:custGeom>
              <a:avLst/>
              <a:pathLst>
                <a:path w="0" h="2263">
                  <a:moveTo>
                    <a:pt x="0" y="0"/>
                  </a:moveTo>
                  <a:lnTo>
                    <a:pt x="0" y="2263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423812" y="330007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423812" y="327037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56566" y="3270376"/>
              <a:ext cx="0" cy="2226"/>
            </a:xfrm>
            <a:custGeom>
              <a:avLst/>
              <a:pathLst>
                <a:path w="0" h="2226">
                  <a:moveTo>
                    <a:pt x="0" y="0"/>
                  </a:moveTo>
                  <a:lnTo>
                    <a:pt x="0" y="2226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423812" y="327260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7193871" y="292112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26626" y="2921129"/>
              <a:ext cx="0" cy="61355"/>
            </a:xfrm>
            <a:custGeom>
              <a:avLst/>
              <a:pathLst>
                <a:path w="0" h="61355">
                  <a:moveTo>
                    <a:pt x="0" y="0"/>
                  </a:moveTo>
                  <a:lnTo>
                    <a:pt x="0" y="61355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193871" y="298248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193871" y="327033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326626" y="3270335"/>
              <a:ext cx="0" cy="5104"/>
            </a:xfrm>
            <a:custGeom>
              <a:avLst/>
              <a:pathLst>
                <a:path w="0" h="5104">
                  <a:moveTo>
                    <a:pt x="0" y="0"/>
                  </a:moveTo>
                  <a:lnTo>
                    <a:pt x="0" y="5104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193871" y="327543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193871" y="317472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326626" y="3174727"/>
              <a:ext cx="0" cy="31228"/>
            </a:xfrm>
            <a:custGeom>
              <a:avLst/>
              <a:pathLst>
                <a:path w="0" h="31228">
                  <a:moveTo>
                    <a:pt x="0" y="0"/>
                  </a:moveTo>
                  <a:lnTo>
                    <a:pt x="0" y="3122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193871" y="320595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963931" y="291274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9096685" y="2912747"/>
              <a:ext cx="0" cy="58483"/>
            </a:xfrm>
            <a:custGeom>
              <a:avLst/>
              <a:pathLst>
                <a:path w="0" h="58483">
                  <a:moveTo>
                    <a:pt x="0" y="0"/>
                  </a:moveTo>
                  <a:lnTo>
                    <a:pt x="0" y="58483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963931" y="297123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963931" y="328479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9096685" y="3284796"/>
              <a:ext cx="0" cy="960"/>
            </a:xfrm>
            <a:custGeom>
              <a:avLst/>
              <a:pathLst>
                <a:path w="0" h="960">
                  <a:moveTo>
                    <a:pt x="0" y="0"/>
                  </a:moveTo>
                  <a:lnTo>
                    <a:pt x="0" y="96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963931" y="328575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963931" y="320391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9096685" y="3203917"/>
              <a:ext cx="0" cy="24450"/>
            </a:xfrm>
            <a:custGeom>
              <a:avLst/>
              <a:pathLst>
                <a:path w="0" h="24450">
                  <a:moveTo>
                    <a:pt x="0" y="0"/>
                  </a:moveTo>
                  <a:lnTo>
                    <a:pt x="0" y="2445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963931" y="322836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954411" y="1122015"/>
              <a:ext cx="9204309" cy="2281771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954411" y="3739870"/>
              <a:ext cx="9204309" cy="22817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954411" y="5569747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954411" y="4864759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54411" y="4159771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954411" y="5922241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54411" y="5217253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954411" y="4512265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954411" y="3807277"/>
              <a:ext cx="9204309" cy="0"/>
            </a:xfrm>
            <a:custGeom>
              <a:avLst/>
              <a:pathLst>
                <a:path w="9204309" h="0">
                  <a:moveTo>
                    <a:pt x="0" y="0"/>
                  </a:moveTo>
                  <a:lnTo>
                    <a:pt x="9204309" y="0"/>
                  </a:lnTo>
                  <a:lnTo>
                    <a:pt x="920430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016447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786506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556566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326626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9096685" y="3739870"/>
              <a:ext cx="0" cy="2281771"/>
            </a:xfrm>
            <a:custGeom>
              <a:avLst/>
              <a:pathLst>
                <a:path w="0" h="2281771">
                  <a:moveTo>
                    <a:pt x="0" y="228177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977252" y="3888758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1977252" y="5721980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977252" y="4742409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977252" y="4915789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747312" y="5367348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747312" y="5760750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47312" y="4705968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747312" y="5701545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747312" y="5499935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517371" y="553103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517371" y="5867240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517371" y="5863158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7287431" y="5570240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7287431" y="5851801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7287431" y="5783622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9057490" y="5634244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9057490" y="5859702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9057490" y="5844607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016447" y="3927952"/>
              <a:ext cx="1770059" cy="1478589"/>
            </a:xfrm>
            <a:custGeom>
              <a:avLst/>
              <a:pathLst>
                <a:path w="1770059" h="1478589">
                  <a:moveTo>
                    <a:pt x="0" y="0"/>
                  </a:moveTo>
                  <a:lnTo>
                    <a:pt x="1770059" y="1478589"/>
                  </a:lnTo>
                </a:path>
              </a:pathLst>
            </a:custGeom>
            <a:ln w="21681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016447" y="5761175"/>
              <a:ext cx="1770059" cy="38769"/>
            </a:xfrm>
            <a:custGeom>
              <a:avLst/>
              <a:pathLst>
                <a:path w="1770059" h="38769">
                  <a:moveTo>
                    <a:pt x="0" y="0"/>
                  </a:moveTo>
                  <a:lnTo>
                    <a:pt x="1770059" y="38769"/>
                  </a:lnTo>
                </a:path>
              </a:pathLst>
            </a:custGeom>
            <a:ln w="21681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016447" y="4745163"/>
              <a:ext cx="7080238" cy="928275"/>
            </a:xfrm>
            <a:custGeom>
              <a:avLst/>
              <a:pathLst>
                <a:path w="7080238" h="928275">
                  <a:moveTo>
                    <a:pt x="0" y="36440"/>
                  </a:moveTo>
                  <a:lnTo>
                    <a:pt x="1770059" y="0"/>
                  </a:lnTo>
                  <a:lnTo>
                    <a:pt x="3540119" y="825062"/>
                  </a:lnTo>
                  <a:lnTo>
                    <a:pt x="5310178" y="864271"/>
                  </a:lnTo>
                  <a:lnTo>
                    <a:pt x="7080238" y="928275"/>
                  </a:lnTo>
                </a:path>
              </a:pathLst>
            </a:custGeom>
            <a:ln w="21681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016447" y="4954983"/>
              <a:ext cx="7080238" cy="951451"/>
            </a:xfrm>
            <a:custGeom>
              <a:avLst/>
              <a:pathLst>
                <a:path w="7080238" h="951451">
                  <a:moveTo>
                    <a:pt x="0" y="0"/>
                  </a:moveTo>
                  <a:lnTo>
                    <a:pt x="1770059" y="785756"/>
                  </a:lnTo>
                  <a:lnTo>
                    <a:pt x="3540119" y="951451"/>
                  </a:lnTo>
                  <a:lnTo>
                    <a:pt x="5310178" y="936012"/>
                  </a:lnTo>
                  <a:lnTo>
                    <a:pt x="7080238" y="943913"/>
                  </a:lnTo>
                </a:path>
              </a:pathLst>
            </a:custGeom>
            <a:ln w="2168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786506" y="5539129"/>
              <a:ext cx="5310178" cy="363223"/>
            </a:xfrm>
            <a:custGeom>
              <a:avLst/>
              <a:pathLst>
                <a:path w="5310178" h="363223">
                  <a:moveTo>
                    <a:pt x="0" y="0"/>
                  </a:moveTo>
                  <a:lnTo>
                    <a:pt x="1770059" y="363223"/>
                  </a:lnTo>
                  <a:lnTo>
                    <a:pt x="3540119" y="283687"/>
                  </a:lnTo>
                  <a:lnTo>
                    <a:pt x="5310178" y="344672"/>
                  </a:lnTo>
                </a:path>
              </a:pathLst>
            </a:custGeom>
            <a:ln w="2168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883692" y="384358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016447" y="3843587"/>
              <a:ext cx="0" cy="168729"/>
            </a:xfrm>
            <a:custGeom>
              <a:avLst/>
              <a:pathLst>
                <a:path w="0" h="168729">
                  <a:moveTo>
                    <a:pt x="0" y="0"/>
                  </a:moveTo>
                  <a:lnTo>
                    <a:pt x="0" y="168729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883692" y="401231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1883692" y="574939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016447" y="5749394"/>
              <a:ext cx="0" cy="23560"/>
            </a:xfrm>
            <a:custGeom>
              <a:avLst/>
              <a:pathLst>
                <a:path w="0" h="23560">
                  <a:moveTo>
                    <a:pt x="0" y="0"/>
                  </a:moveTo>
                  <a:lnTo>
                    <a:pt x="0" y="2356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883692" y="5772955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1883692" y="476135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016447" y="4761359"/>
              <a:ext cx="0" cy="40489"/>
            </a:xfrm>
            <a:custGeom>
              <a:avLst/>
              <a:pathLst>
                <a:path w="0" h="40489">
                  <a:moveTo>
                    <a:pt x="0" y="0"/>
                  </a:moveTo>
                  <a:lnTo>
                    <a:pt x="0" y="40489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1883692" y="480184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883692" y="489502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016447" y="4895026"/>
              <a:ext cx="0" cy="119915"/>
            </a:xfrm>
            <a:custGeom>
              <a:avLst/>
              <a:pathLst>
                <a:path w="0" h="119915">
                  <a:moveTo>
                    <a:pt x="0" y="0"/>
                  </a:moveTo>
                  <a:lnTo>
                    <a:pt x="0" y="119915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883692" y="501494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653752" y="534220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786506" y="5342202"/>
              <a:ext cx="0" cy="128681"/>
            </a:xfrm>
            <a:custGeom>
              <a:avLst/>
              <a:pathLst>
                <a:path w="0" h="128681">
                  <a:moveTo>
                    <a:pt x="0" y="0"/>
                  </a:moveTo>
                  <a:lnTo>
                    <a:pt x="0" y="128681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653752" y="547088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653752" y="579193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786506" y="5791938"/>
              <a:ext cx="0" cy="16011"/>
            </a:xfrm>
            <a:custGeom>
              <a:avLst/>
              <a:pathLst>
                <a:path w="0" h="16011">
                  <a:moveTo>
                    <a:pt x="0" y="0"/>
                  </a:moveTo>
                  <a:lnTo>
                    <a:pt x="0" y="16011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653752" y="580795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653752" y="461367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3786506" y="4613674"/>
              <a:ext cx="0" cy="262979"/>
            </a:xfrm>
            <a:custGeom>
              <a:avLst/>
              <a:pathLst>
                <a:path w="0" h="262979">
                  <a:moveTo>
                    <a:pt x="0" y="0"/>
                  </a:moveTo>
                  <a:lnTo>
                    <a:pt x="0" y="262979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653752" y="487665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653752" y="572573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786506" y="5725730"/>
              <a:ext cx="0" cy="30019"/>
            </a:xfrm>
            <a:custGeom>
              <a:avLst/>
              <a:pathLst>
                <a:path w="0" h="30019">
                  <a:moveTo>
                    <a:pt x="0" y="0"/>
                  </a:moveTo>
                  <a:lnTo>
                    <a:pt x="0" y="30019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653752" y="575574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653752" y="550809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786506" y="5508090"/>
              <a:ext cx="0" cy="62078"/>
            </a:xfrm>
            <a:custGeom>
              <a:avLst/>
              <a:pathLst>
                <a:path w="0" h="62078">
                  <a:moveTo>
                    <a:pt x="0" y="0"/>
                  </a:moveTo>
                  <a:lnTo>
                    <a:pt x="0" y="6207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3653752" y="557016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423812" y="5531369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556566" y="5531369"/>
              <a:ext cx="0" cy="77711"/>
            </a:xfrm>
            <a:custGeom>
              <a:avLst/>
              <a:pathLst>
                <a:path w="0" h="77711">
                  <a:moveTo>
                    <a:pt x="0" y="0"/>
                  </a:moveTo>
                  <a:lnTo>
                    <a:pt x="0" y="77711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423812" y="560908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423812" y="5905638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556566" y="5905638"/>
              <a:ext cx="0" cy="1593"/>
            </a:xfrm>
            <a:custGeom>
              <a:avLst/>
              <a:pathLst>
                <a:path w="0" h="1593">
                  <a:moveTo>
                    <a:pt x="0" y="0"/>
                  </a:moveTo>
                  <a:lnTo>
                    <a:pt x="0" y="1593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423812" y="5907232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423812" y="589860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556566" y="5898604"/>
              <a:ext cx="0" cy="7496"/>
            </a:xfrm>
            <a:custGeom>
              <a:avLst/>
              <a:pathLst>
                <a:path w="0" h="7496">
                  <a:moveTo>
                    <a:pt x="0" y="0"/>
                  </a:moveTo>
                  <a:lnTo>
                    <a:pt x="0" y="7496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423812" y="590610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193871" y="557715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326626" y="5577157"/>
              <a:ext cx="0" cy="64555"/>
            </a:xfrm>
            <a:custGeom>
              <a:avLst/>
              <a:pathLst>
                <a:path w="0" h="64555">
                  <a:moveTo>
                    <a:pt x="0" y="0"/>
                  </a:moveTo>
                  <a:lnTo>
                    <a:pt x="0" y="64555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193871" y="564171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193871" y="589036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326626" y="5890361"/>
              <a:ext cx="0" cy="1270"/>
            </a:xfrm>
            <a:custGeom>
              <a:avLst/>
              <a:pathLst>
                <a:path w="0" h="1270">
                  <a:moveTo>
                    <a:pt x="0" y="0"/>
                  </a:moveTo>
                  <a:lnTo>
                    <a:pt x="0" y="127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193871" y="5891631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193871" y="580600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326626" y="5806007"/>
              <a:ext cx="0" cy="33618"/>
            </a:xfrm>
            <a:custGeom>
              <a:avLst/>
              <a:pathLst>
                <a:path w="0" h="33618">
                  <a:moveTo>
                    <a:pt x="0" y="0"/>
                  </a:moveTo>
                  <a:lnTo>
                    <a:pt x="0" y="33618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193871" y="583962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963931" y="565195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9096685" y="5651954"/>
              <a:ext cx="0" cy="42969"/>
            </a:xfrm>
            <a:custGeom>
              <a:avLst/>
              <a:pathLst>
                <a:path w="0" h="42969">
                  <a:moveTo>
                    <a:pt x="0" y="0"/>
                  </a:moveTo>
                  <a:lnTo>
                    <a:pt x="0" y="42969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963931" y="5694923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963931" y="5897616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096685" y="5897616"/>
              <a:ext cx="0" cy="2560"/>
            </a:xfrm>
            <a:custGeom>
              <a:avLst/>
              <a:pathLst>
                <a:path w="0" h="2560">
                  <a:moveTo>
                    <a:pt x="0" y="0"/>
                  </a:moveTo>
                  <a:lnTo>
                    <a:pt x="0" y="256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963931" y="5900177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963931" y="5881354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096685" y="5881354"/>
              <a:ext cx="0" cy="4895"/>
            </a:xfrm>
            <a:custGeom>
              <a:avLst/>
              <a:pathLst>
                <a:path w="0" h="4895">
                  <a:moveTo>
                    <a:pt x="0" y="0"/>
                  </a:moveTo>
                  <a:lnTo>
                    <a:pt x="0" y="4895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963931" y="5886250"/>
              <a:ext cx="265508" cy="0"/>
            </a:xfrm>
            <a:custGeom>
              <a:avLst/>
              <a:pathLst>
                <a:path w="265508" h="0">
                  <a:moveTo>
                    <a:pt x="0" y="0"/>
                  </a:moveTo>
                  <a:lnTo>
                    <a:pt x="265508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954411" y="3739870"/>
              <a:ext cx="9204309" cy="2281771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954411" y="3486029"/>
              <a:ext cx="9204309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5358507" y="3565721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89" name="rc189"/>
            <p:cNvSpPr/>
            <p:nvPr/>
          </p:nvSpPr>
          <p:spPr>
            <a:xfrm>
              <a:off x="954411" y="868173"/>
              <a:ext cx="9204309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5354804" y="947866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91" name="pl191"/>
            <p:cNvSpPr/>
            <p:nvPr/>
          </p:nvSpPr>
          <p:spPr>
            <a:xfrm>
              <a:off x="2016447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3786506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5556566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326626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9096685" y="6021642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tx196"/>
            <p:cNvSpPr/>
            <p:nvPr/>
          </p:nvSpPr>
          <p:spPr>
            <a:xfrm>
              <a:off x="1928482" y="6095660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3705811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5475870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245930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9015989" y="6095660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806967" y="3257157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06967" y="2552169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733541" y="1847181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733541" y="1142193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05" name="pl205"/>
            <p:cNvSpPr/>
            <p:nvPr/>
          </p:nvSpPr>
          <p:spPr>
            <a:xfrm>
              <a:off x="913290" y="330438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913290" y="259939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913290" y="189441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913290" y="118942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9"/>
            <p:cNvSpPr/>
            <p:nvPr/>
          </p:nvSpPr>
          <p:spPr>
            <a:xfrm>
              <a:off x="806967" y="5875012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806967" y="5170024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733541" y="4465036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733541" y="3760048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913290" y="592224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913290" y="521725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913290" y="451226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913290" y="380727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5065579" y="6259036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218" name="tx218"/>
            <p:cNvSpPr/>
            <p:nvPr/>
          </p:nvSpPr>
          <p:spPr>
            <a:xfrm rot="-5400000">
              <a:off x="-671955" y="3512713"/>
              <a:ext cx="2541026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(mg/g, Mean ± SE)</a:t>
              </a:r>
            </a:p>
          </p:txBody>
        </p:sp>
        <p:sp>
          <p:nvSpPr>
            <p:cNvPr id="219" name="rc219"/>
            <p:cNvSpPr/>
            <p:nvPr/>
          </p:nvSpPr>
          <p:spPr>
            <a:xfrm>
              <a:off x="3298324" y="6576498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3380566" y="6709352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221" name="rc221"/>
            <p:cNvSpPr/>
            <p:nvPr/>
          </p:nvSpPr>
          <p:spPr>
            <a:xfrm>
              <a:off x="3921654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992187" y="6729273"/>
              <a:ext cx="78389" cy="78389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94359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394359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4760324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830857" y="6729273"/>
              <a:ext cx="78389" cy="78389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78226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78226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5819273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889806" y="6729273"/>
              <a:ext cx="78389" cy="78389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84121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841219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6460159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530692" y="6729273"/>
              <a:ext cx="78389" cy="78389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48210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48210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7122898" y="66587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7193432" y="6729273"/>
              <a:ext cx="78389" cy="78389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714484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7144844" y="676846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4223351" y="6721239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5062021" y="6721239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6120971" y="6721239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6761856" y="6721239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7424596" y="6721239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954411" y="602412"/>
              <a:ext cx="3765864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trend across growth stages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303371" y="1843428"/>
              <a:ext cx="7530395" cy="3430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303371" y="4877886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303371" y="4218221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03371" y="3558556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03371" y="2898891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03371" y="2239227"/>
              <a:ext cx="7530395" cy="0"/>
            </a:xfrm>
            <a:custGeom>
              <a:avLst/>
              <a:pathLst>
                <a:path w="7530395" h="0">
                  <a:moveTo>
                    <a:pt x="0" y="0"/>
                  </a:moveTo>
                  <a:lnTo>
                    <a:pt x="7530395" y="0"/>
                  </a:lnTo>
                  <a:lnTo>
                    <a:pt x="7530395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72262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20415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8568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16721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964874" y="1843428"/>
              <a:ext cx="0" cy="3430256"/>
            </a:xfrm>
            <a:custGeom>
              <a:avLst/>
              <a:pathLst>
                <a:path w="0" h="3430256">
                  <a:moveTo>
                    <a:pt x="0" y="34302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448186" y="4548053"/>
              <a:ext cx="1448152" cy="659664"/>
            </a:xfrm>
            <a:prstGeom prst="rect">
              <a:avLst/>
            </a:prstGeom>
            <a:solidFill>
              <a:srgbClr val="EFF2F8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896339" y="4548053"/>
              <a:ext cx="1448152" cy="659664"/>
            </a:xfrm>
            <a:prstGeom prst="rect">
              <a:avLst/>
            </a:prstGeom>
            <a:solidFill>
              <a:srgbClr val="F8D8D5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344492" y="4548053"/>
              <a:ext cx="1448152" cy="659664"/>
            </a:xfrm>
            <a:prstGeom prst="rect">
              <a:avLst/>
            </a:prstGeom>
            <a:solidFill>
              <a:srgbClr val="D4DBED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792645" y="4548053"/>
              <a:ext cx="1448152" cy="659664"/>
            </a:xfrm>
            <a:prstGeom prst="rect">
              <a:avLst/>
            </a:prstGeom>
            <a:solidFill>
              <a:srgbClr val="4A77B6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448186" y="3888388"/>
              <a:ext cx="1448152" cy="659664"/>
            </a:xfrm>
            <a:prstGeom prst="rect">
              <a:avLst/>
            </a:prstGeom>
            <a:solidFill>
              <a:srgbClr val="C44848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896339" y="3888388"/>
              <a:ext cx="1448152" cy="659664"/>
            </a:xfrm>
            <a:prstGeom prst="rect">
              <a:avLst/>
            </a:prstGeom>
            <a:solidFill>
              <a:srgbClr val="FAE1DF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344492" y="3888388"/>
              <a:ext cx="1448152" cy="659664"/>
            </a:xfrm>
            <a:prstGeom prst="rect">
              <a:avLst/>
            </a:prstGeom>
            <a:solidFill>
              <a:srgbClr val="2166AC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792645" y="3888388"/>
              <a:ext cx="1448152" cy="659664"/>
            </a:xfrm>
            <a:prstGeom prst="rect">
              <a:avLst/>
            </a:prstGeom>
            <a:solidFill>
              <a:srgbClr val="F3F5FA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240797" y="3888388"/>
              <a:ext cx="1448152" cy="659664"/>
            </a:xfrm>
            <a:prstGeom prst="rect">
              <a:avLst/>
            </a:prstGeom>
            <a:solidFill>
              <a:srgbClr val="C2CCE5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344492" y="3228724"/>
              <a:ext cx="1448152" cy="659664"/>
            </a:xfrm>
            <a:prstGeom prst="rect">
              <a:avLst/>
            </a:prstGeom>
            <a:solidFill>
              <a:srgbClr val="FBFCFD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92645" y="3228724"/>
              <a:ext cx="1448152" cy="659664"/>
            </a:xfrm>
            <a:prstGeom prst="rect">
              <a:avLst/>
            </a:prstGeom>
            <a:solidFill>
              <a:srgbClr val="FBFCFD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240797" y="3228724"/>
              <a:ext cx="1448152" cy="659664"/>
            </a:xfrm>
            <a:prstGeom prst="rect">
              <a:avLst/>
            </a:prstGeom>
            <a:solidFill>
              <a:srgbClr val="FEFAF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344492" y="2569059"/>
              <a:ext cx="1448152" cy="659664"/>
            </a:xfrm>
            <a:prstGeom prst="rect">
              <a:avLst/>
            </a:prstGeom>
            <a:solidFill>
              <a:srgbClr val="FDEFEE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92645" y="2569059"/>
              <a:ext cx="1448152" cy="6596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7240797" y="2569059"/>
              <a:ext cx="1448152" cy="659664"/>
            </a:xfrm>
            <a:prstGeom prst="rect">
              <a:avLst/>
            </a:prstGeom>
            <a:solidFill>
              <a:srgbClr val="FEF9F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344492" y="1909394"/>
              <a:ext cx="1448152" cy="659664"/>
            </a:xfrm>
            <a:prstGeom prst="rect">
              <a:avLst/>
            </a:prstGeom>
            <a:solidFill>
              <a:srgbClr val="F7D2CE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792645" y="1909394"/>
              <a:ext cx="1448152" cy="659664"/>
            </a:xfrm>
            <a:prstGeom prst="rect">
              <a:avLst/>
            </a:prstGeom>
            <a:solidFill>
              <a:srgbClr val="FDFEFE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7240797" y="1909394"/>
              <a:ext cx="1448152" cy="659664"/>
            </a:xfrm>
            <a:prstGeom prst="rect">
              <a:avLst/>
            </a:prstGeom>
            <a:solidFill>
              <a:srgbClr val="FCEBE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2028199" y="483262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-0.30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497383" y="4832623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0.70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924504" y="483262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-0.85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372657" y="483262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-3.38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049230" y="4172958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3.27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497383" y="4172958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924504" y="4172958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-3.87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372657" y="4172958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820810" y="4172958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924504" y="351329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-0.07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372657" y="3513293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-0.07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841841" y="3513293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945536" y="2853629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0.28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393688" y="2853629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841841" y="2853629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945536" y="2193964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0.81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372657" y="2193964"/>
              <a:ext cx="28812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-0.03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41841" y="2193964"/>
              <a:ext cx="246065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52" name="rc52"/>
            <p:cNvSpPr/>
            <p:nvPr/>
          </p:nvSpPr>
          <p:spPr>
            <a:xfrm>
              <a:off x="1303371" y="1843428"/>
              <a:ext cx="7530395" cy="3430256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053423" y="4830657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067961" y="4170992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067961" y="3511327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067961" y="2851663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067961" y="2191998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262250" y="487788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62250" y="421822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262250" y="355855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262250" y="289889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262250" y="223922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172262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620415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068568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6721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964874" y="5273684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 rot="-1800000">
              <a:off x="1771607" y="5455057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69" name="tx69"/>
            <p:cNvSpPr/>
            <p:nvPr/>
          </p:nvSpPr>
          <p:spPr>
            <a:xfrm rot="-1800000">
              <a:off x="3014237" y="5510127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70" name="tx70"/>
            <p:cNvSpPr/>
            <p:nvPr/>
          </p:nvSpPr>
          <p:spPr>
            <a:xfrm rot="-1800000">
              <a:off x="4852448" y="5405611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71" name="tx71"/>
            <p:cNvSpPr/>
            <p:nvPr/>
          </p:nvSpPr>
          <p:spPr>
            <a:xfrm rot="-1800000">
              <a:off x="6280211" y="5411074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72" name="tx72"/>
            <p:cNvSpPr/>
            <p:nvPr/>
          </p:nvSpPr>
          <p:spPr>
            <a:xfrm rot="-1800000">
              <a:off x="7701148" y="5418367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839145" y="5832204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427451" y="3499440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8998249" y="2720910"/>
              <a:ext cx="840590" cy="16752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9080490" y="2820525"/>
              <a:ext cx="676107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diff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9080490" y="2998833"/>
              <a:ext cx="476951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(mg/g)</a:t>
              </a:r>
            </a:p>
          </p:txBody>
        </p:sp>
        <p:pic>
          <p:nvPicPr>
            <p:cNvPr id="78" name="pic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0490" y="3216680"/>
              <a:ext cx="219455" cy="1097280"/>
            </a:xfrm>
            <a:prstGeom prst="rect">
              <a:avLst/>
            </a:prstGeom>
          </p:spPr>
        </p:pic>
        <p:sp>
          <p:nvSpPr>
            <p:cNvPr id="79" name="pl79"/>
            <p:cNvSpPr/>
            <p:nvPr/>
          </p:nvSpPr>
          <p:spPr>
            <a:xfrm>
              <a:off x="9256055" y="402591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9256055" y="37193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9256055" y="341271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9080490" y="402591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9080490" y="37193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9080490" y="341271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9382188" y="3978689"/>
              <a:ext cx="11740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382188" y="3672086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9382188" y="3365483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303371" y="1577666"/>
              <a:ext cx="4417374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difference (HY122 − ZD958, mg/g)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520171"/>
            <a:ext cx="9783763" cy="6522509"/>
            <a:chOff x="457200" y="520171"/>
            <a:chExt cx="9783763" cy="6522509"/>
          </a:xfrm>
        </p:grpSpPr>
        <p:sp>
          <p:nvSpPr>
            <p:cNvPr id="3" name="rc3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16094" y="1075558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6094" y="283092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6094" y="22075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6094" y="158412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094" y="314262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16094" y="25192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6094" y="189582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094" y="1272429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65983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9132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32281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15430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98579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49353" y="1204803"/>
              <a:ext cx="0" cy="141249"/>
            </a:xfrm>
            <a:custGeom>
              <a:avLst/>
              <a:pathLst>
                <a:path w="0" h="141249">
                  <a:moveTo>
                    <a:pt x="0" y="14124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49353" y="1523297"/>
              <a:ext cx="0" cy="35995"/>
            </a:xfrm>
            <a:custGeom>
              <a:avLst/>
              <a:pathLst>
                <a:path w="0" h="35995">
                  <a:moveTo>
                    <a:pt x="0" y="0"/>
                  </a:moveTo>
                  <a:lnTo>
                    <a:pt x="0" y="3599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040013" y="1346052"/>
              <a:ext cx="218680" cy="177244"/>
            </a:xfrm>
            <a:custGeom>
              <a:avLst/>
              <a:pathLst>
                <a:path w="218680" h="177244">
                  <a:moveTo>
                    <a:pt x="0" y="0"/>
                  </a:moveTo>
                  <a:lnTo>
                    <a:pt x="0" y="177244"/>
                  </a:lnTo>
                  <a:lnTo>
                    <a:pt x="218680" y="17724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40013" y="148730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82613" y="1240236"/>
              <a:ext cx="0" cy="80586"/>
            </a:xfrm>
            <a:custGeom>
              <a:avLst/>
              <a:pathLst>
                <a:path w="0" h="80586">
                  <a:moveTo>
                    <a:pt x="0" y="8058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82613" y="1448589"/>
              <a:ext cx="0" cy="47178"/>
            </a:xfrm>
            <a:custGeom>
              <a:avLst/>
              <a:pathLst>
                <a:path w="0" h="47178">
                  <a:moveTo>
                    <a:pt x="0" y="0"/>
                  </a:moveTo>
                  <a:lnTo>
                    <a:pt x="0" y="471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273272" y="1320823"/>
              <a:ext cx="218680" cy="127765"/>
            </a:xfrm>
            <a:custGeom>
              <a:avLst/>
              <a:pathLst>
                <a:path w="218680" h="127765">
                  <a:moveTo>
                    <a:pt x="0" y="0"/>
                  </a:moveTo>
                  <a:lnTo>
                    <a:pt x="0" y="127765"/>
                  </a:lnTo>
                  <a:lnTo>
                    <a:pt x="218680" y="12776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73272" y="140141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32502" y="2832396"/>
              <a:ext cx="0" cy="47870"/>
            </a:xfrm>
            <a:custGeom>
              <a:avLst/>
              <a:pathLst>
                <a:path w="0" h="47870">
                  <a:moveTo>
                    <a:pt x="0" y="4787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732502" y="2953772"/>
              <a:ext cx="0" cy="25634"/>
            </a:xfrm>
            <a:custGeom>
              <a:avLst/>
              <a:pathLst>
                <a:path w="0" h="25634">
                  <a:moveTo>
                    <a:pt x="0" y="0"/>
                  </a:moveTo>
                  <a:lnTo>
                    <a:pt x="0" y="256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1623162" y="2880267"/>
              <a:ext cx="218680" cy="73504"/>
            </a:xfrm>
            <a:custGeom>
              <a:avLst/>
              <a:pathLst>
                <a:path w="218680" h="73504">
                  <a:moveTo>
                    <a:pt x="0" y="0"/>
                  </a:moveTo>
                  <a:lnTo>
                    <a:pt x="0" y="73504"/>
                  </a:lnTo>
                  <a:lnTo>
                    <a:pt x="218680" y="7350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623162" y="292813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65762" y="2981076"/>
              <a:ext cx="0" cy="10759"/>
            </a:xfrm>
            <a:custGeom>
              <a:avLst/>
              <a:pathLst>
                <a:path w="0" h="10759">
                  <a:moveTo>
                    <a:pt x="0" y="1075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65762" y="3009759"/>
              <a:ext cx="0" cy="7162"/>
            </a:xfrm>
            <a:custGeom>
              <a:avLst/>
              <a:pathLst>
                <a:path w="0" h="7162">
                  <a:moveTo>
                    <a:pt x="0" y="0"/>
                  </a:moveTo>
                  <a:lnTo>
                    <a:pt x="0" y="716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856421" y="2991836"/>
              <a:ext cx="218680" cy="17922"/>
            </a:xfrm>
            <a:custGeom>
              <a:avLst/>
              <a:pathLst>
                <a:path w="218680" h="17922">
                  <a:moveTo>
                    <a:pt x="0" y="0"/>
                  </a:moveTo>
                  <a:lnTo>
                    <a:pt x="0" y="17922"/>
                  </a:lnTo>
                  <a:lnTo>
                    <a:pt x="218680" y="1792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56421" y="300259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15651" y="2188899"/>
              <a:ext cx="0" cy="31020"/>
            </a:xfrm>
            <a:custGeom>
              <a:avLst/>
              <a:pathLst>
                <a:path w="0" h="31020">
                  <a:moveTo>
                    <a:pt x="0" y="3102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15651" y="2265222"/>
              <a:ext cx="0" cy="14282"/>
            </a:xfrm>
            <a:custGeom>
              <a:avLst/>
              <a:pathLst>
                <a:path w="0" h="14282">
                  <a:moveTo>
                    <a:pt x="0" y="0"/>
                  </a:moveTo>
                  <a:lnTo>
                    <a:pt x="0" y="1428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206311" y="2219919"/>
              <a:ext cx="218680" cy="45302"/>
            </a:xfrm>
            <a:custGeom>
              <a:avLst/>
              <a:pathLst>
                <a:path w="218680" h="45302">
                  <a:moveTo>
                    <a:pt x="0" y="0"/>
                  </a:moveTo>
                  <a:lnTo>
                    <a:pt x="0" y="45302"/>
                  </a:lnTo>
                  <a:lnTo>
                    <a:pt x="218680" y="4530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206311" y="225094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8911" y="2106910"/>
              <a:ext cx="0" cy="10173"/>
            </a:xfrm>
            <a:custGeom>
              <a:avLst/>
              <a:pathLst>
                <a:path w="0" h="10173">
                  <a:moveTo>
                    <a:pt x="0" y="1017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8911" y="2147537"/>
              <a:ext cx="0" cy="20279"/>
            </a:xfrm>
            <a:custGeom>
              <a:avLst/>
              <a:pathLst>
                <a:path w="0" h="20279">
                  <a:moveTo>
                    <a:pt x="0" y="0"/>
                  </a:moveTo>
                  <a:lnTo>
                    <a:pt x="0" y="2027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439570" y="2117084"/>
              <a:ext cx="218680" cy="30453"/>
            </a:xfrm>
            <a:custGeom>
              <a:avLst/>
              <a:pathLst>
                <a:path w="218680" h="30453">
                  <a:moveTo>
                    <a:pt x="0" y="0"/>
                  </a:moveTo>
                  <a:lnTo>
                    <a:pt x="0" y="30453"/>
                  </a:lnTo>
                  <a:lnTo>
                    <a:pt x="218680" y="3045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439570" y="212725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898800" y="2541643"/>
              <a:ext cx="0" cy="89270"/>
            </a:xfrm>
            <a:custGeom>
              <a:avLst/>
              <a:pathLst>
                <a:path w="0" h="89270">
                  <a:moveTo>
                    <a:pt x="0" y="8927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898800" y="2793010"/>
              <a:ext cx="0" cy="72825"/>
            </a:xfrm>
            <a:custGeom>
              <a:avLst/>
              <a:pathLst>
                <a:path w="0" h="72825">
                  <a:moveTo>
                    <a:pt x="0" y="0"/>
                  </a:moveTo>
                  <a:lnTo>
                    <a:pt x="0" y="7282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789460" y="2630914"/>
              <a:ext cx="218680" cy="162096"/>
            </a:xfrm>
            <a:custGeom>
              <a:avLst/>
              <a:pathLst>
                <a:path w="218680" h="162096">
                  <a:moveTo>
                    <a:pt x="0" y="0"/>
                  </a:moveTo>
                  <a:lnTo>
                    <a:pt x="0" y="162096"/>
                  </a:lnTo>
                  <a:lnTo>
                    <a:pt x="218680" y="16209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89460" y="2720184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32060" y="2186306"/>
              <a:ext cx="0" cy="61772"/>
            </a:xfrm>
            <a:custGeom>
              <a:avLst/>
              <a:pathLst>
                <a:path w="0" h="61772">
                  <a:moveTo>
                    <a:pt x="0" y="617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132060" y="2337810"/>
              <a:ext cx="0" cy="27959"/>
            </a:xfrm>
            <a:custGeom>
              <a:avLst/>
              <a:pathLst>
                <a:path w="0" h="27959">
                  <a:moveTo>
                    <a:pt x="0" y="0"/>
                  </a:moveTo>
                  <a:lnTo>
                    <a:pt x="0" y="2795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022719" y="2248078"/>
              <a:ext cx="218680" cy="89731"/>
            </a:xfrm>
            <a:custGeom>
              <a:avLst/>
              <a:pathLst>
                <a:path w="218680" h="89731">
                  <a:moveTo>
                    <a:pt x="0" y="0"/>
                  </a:moveTo>
                  <a:lnTo>
                    <a:pt x="0" y="89731"/>
                  </a:lnTo>
                  <a:lnTo>
                    <a:pt x="218680" y="8973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22719" y="2309851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916094" y="1075558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916094" y="3547537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16094" y="530290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16094" y="46795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16094" y="405610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916094" y="5614603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16094" y="49912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916094" y="436780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16094" y="374440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65983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849132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432281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15430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598579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288977" y="4849801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288977" y="482002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288977" y="479385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288977" y="4750792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315651" y="4884641"/>
              <a:ext cx="0" cy="332679"/>
            </a:xfrm>
            <a:custGeom>
              <a:avLst/>
              <a:pathLst>
                <a:path w="0" h="332679">
                  <a:moveTo>
                    <a:pt x="0" y="33267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315651" y="5443330"/>
              <a:ext cx="0" cy="120652"/>
            </a:xfrm>
            <a:custGeom>
              <a:avLst/>
              <a:pathLst>
                <a:path w="0" h="120652">
                  <a:moveTo>
                    <a:pt x="0" y="0"/>
                  </a:moveTo>
                  <a:lnTo>
                    <a:pt x="0" y="12065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206311" y="5217321"/>
              <a:ext cx="218680" cy="226009"/>
            </a:xfrm>
            <a:custGeom>
              <a:avLst/>
              <a:pathLst>
                <a:path w="218680" h="226009">
                  <a:moveTo>
                    <a:pt x="0" y="0"/>
                  </a:moveTo>
                  <a:lnTo>
                    <a:pt x="0" y="226009"/>
                  </a:lnTo>
                  <a:lnTo>
                    <a:pt x="218680" y="226009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206311" y="5367064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522237" y="486826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522237" y="480183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48911" y="4987140"/>
              <a:ext cx="0" cy="276056"/>
            </a:xfrm>
            <a:custGeom>
              <a:avLst/>
              <a:pathLst>
                <a:path w="0" h="276056">
                  <a:moveTo>
                    <a:pt x="0" y="27605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48911" y="5475710"/>
              <a:ext cx="0" cy="82463"/>
            </a:xfrm>
            <a:custGeom>
              <a:avLst/>
              <a:pathLst>
                <a:path w="0" h="82463">
                  <a:moveTo>
                    <a:pt x="0" y="0"/>
                  </a:moveTo>
                  <a:lnTo>
                    <a:pt x="0" y="8246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439570" y="5263196"/>
              <a:ext cx="218680" cy="212513"/>
            </a:xfrm>
            <a:custGeom>
              <a:avLst/>
              <a:pathLst>
                <a:path w="218680" h="212513">
                  <a:moveTo>
                    <a:pt x="0" y="0"/>
                  </a:moveTo>
                  <a:lnTo>
                    <a:pt x="0" y="212513"/>
                  </a:lnTo>
                  <a:lnTo>
                    <a:pt x="218680" y="21251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439570" y="535227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8800" y="5582236"/>
              <a:ext cx="0" cy="3366"/>
            </a:xfrm>
            <a:custGeom>
              <a:avLst/>
              <a:pathLst>
                <a:path w="0" h="3366">
                  <a:moveTo>
                    <a:pt x="0" y="336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8800" y="5589006"/>
              <a:ext cx="0" cy="37"/>
            </a:xfrm>
            <a:custGeom>
              <a:avLst/>
              <a:pathLst>
                <a:path w="0" h="37">
                  <a:moveTo>
                    <a:pt x="0" y="0"/>
                  </a:moveTo>
                  <a:lnTo>
                    <a:pt x="0" y="3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789460" y="5585602"/>
              <a:ext cx="218680" cy="3403"/>
            </a:xfrm>
            <a:custGeom>
              <a:avLst/>
              <a:pathLst>
                <a:path w="218680" h="3403">
                  <a:moveTo>
                    <a:pt x="0" y="0"/>
                  </a:moveTo>
                  <a:lnTo>
                    <a:pt x="0" y="3403"/>
                  </a:lnTo>
                  <a:lnTo>
                    <a:pt x="218680" y="340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789460" y="558896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32060" y="5585852"/>
              <a:ext cx="0" cy="816"/>
            </a:xfrm>
            <a:custGeom>
              <a:avLst/>
              <a:pathLst>
                <a:path w="0" h="816">
                  <a:moveTo>
                    <a:pt x="0" y="81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32060" y="5587535"/>
              <a:ext cx="0" cy="49"/>
            </a:xfrm>
            <a:custGeom>
              <a:avLst/>
              <a:pathLst>
                <a:path w="0" h="49">
                  <a:moveTo>
                    <a:pt x="0" y="0"/>
                  </a:moveTo>
                  <a:lnTo>
                    <a:pt x="0" y="4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3022719" y="5586668"/>
              <a:ext cx="218680" cy="866"/>
            </a:xfrm>
            <a:custGeom>
              <a:avLst/>
              <a:pathLst>
                <a:path w="218680" h="866">
                  <a:moveTo>
                    <a:pt x="0" y="0"/>
                  </a:moveTo>
                  <a:lnTo>
                    <a:pt x="0" y="866"/>
                  </a:lnTo>
                  <a:lnTo>
                    <a:pt x="218680" y="86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22719" y="558748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481949" y="5412809"/>
              <a:ext cx="0" cy="80917"/>
            </a:xfrm>
            <a:custGeom>
              <a:avLst/>
              <a:pathLst>
                <a:path w="0" h="80917">
                  <a:moveTo>
                    <a:pt x="0" y="8091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481949" y="5555767"/>
              <a:ext cx="0" cy="23614"/>
            </a:xfrm>
            <a:custGeom>
              <a:avLst/>
              <a:pathLst>
                <a:path w="0" h="23614">
                  <a:moveTo>
                    <a:pt x="0" y="0"/>
                  </a:moveTo>
                  <a:lnTo>
                    <a:pt x="0" y="2361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372608" y="5493726"/>
              <a:ext cx="218680" cy="62040"/>
            </a:xfrm>
            <a:custGeom>
              <a:avLst/>
              <a:pathLst>
                <a:path w="218680" h="62040">
                  <a:moveTo>
                    <a:pt x="0" y="0"/>
                  </a:moveTo>
                  <a:lnTo>
                    <a:pt x="0" y="62040"/>
                  </a:lnTo>
                  <a:lnTo>
                    <a:pt x="218680" y="62040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2608" y="550786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715208" y="5440899"/>
              <a:ext cx="0" cy="40947"/>
            </a:xfrm>
            <a:custGeom>
              <a:avLst/>
              <a:pathLst>
                <a:path w="0" h="40947">
                  <a:moveTo>
                    <a:pt x="0" y="4094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715208" y="5577455"/>
              <a:ext cx="0" cy="2163"/>
            </a:xfrm>
            <a:custGeom>
              <a:avLst/>
              <a:pathLst>
                <a:path w="0" h="2163">
                  <a:moveTo>
                    <a:pt x="0" y="0"/>
                  </a:moveTo>
                  <a:lnTo>
                    <a:pt x="0" y="216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605868" y="5481847"/>
              <a:ext cx="218680" cy="95607"/>
            </a:xfrm>
            <a:custGeom>
              <a:avLst/>
              <a:pathLst>
                <a:path w="218680" h="95607">
                  <a:moveTo>
                    <a:pt x="0" y="0"/>
                  </a:moveTo>
                  <a:lnTo>
                    <a:pt x="0" y="95607"/>
                  </a:lnTo>
                  <a:lnTo>
                    <a:pt x="218680" y="95607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605868" y="553023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916094" y="3547537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024383" y="1075558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024383" y="283092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024383" y="22075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024383" y="158412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024383" y="314262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024383" y="25192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024383" y="189582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024383" y="1272429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374273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957422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540570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123719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06868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257643" y="2206267"/>
              <a:ext cx="0" cy="44236"/>
            </a:xfrm>
            <a:custGeom>
              <a:avLst/>
              <a:pathLst>
                <a:path w="0" h="44236">
                  <a:moveTo>
                    <a:pt x="0" y="4423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257643" y="2315823"/>
              <a:ext cx="0" cy="21083"/>
            </a:xfrm>
            <a:custGeom>
              <a:avLst/>
              <a:pathLst>
                <a:path w="0" h="21083">
                  <a:moveTo>
                    <a:pt x="0" y="0"/>
                  </a:moveTo>
                  <a:lnTo>
                    <a:pt x="0" y="2108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4148302" y="2250503"/>
              <a:ext cx="218680" cy="65319"/>
            </a:xfrm>
            <a:custGeom>
              <a:avLst/>
              <a:pathLst>
                <a:path w="218680" h="65319">
                  <a:moveTo>
                    <a:pt x="0" y="0"/>
                  </a:moveTo>
                  <a:lnTo>
                    <a:pt x="0" y="65319"/>
                  </a:lnTo>
                  <a:lnTo>
                    <a:pt x="218680" y="65319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148302" y="229474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4490902" y="2573137"/>
              <a:ext cx="0" cy="81422"/>
            </a:xfrm>
            <a:custGeom>
              <a:avLst/>
              <a:pathLst>
                <a:path w="0" h="81422">
                  <a:moveTo>
                    <a:pt x="0" y="8142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4490902" y="2743343"/>
              <a:ext cx="0" cy="7362"/>
            </a:xfrm>
            <a:custGeom>
              <a:avLst/>
              <a:pathLst>
                <a:path w="0" h="7362">
                  <a:moveTo>
                    <a:pt x="0" y="0"/>
                  </a:moveTo>
                  <a:lnTo>
                    <a:pt x="0" y="736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4381562" y="2654559"/>
              <a:ext cx="218680" cy="88784"/>
            </a:xfrm>
            <a:custGeom>
              <a:avLst/>
              <a:pathLst>
                <a:path w="218680" h="88784">
                  <a:moveTo>
                    <a:pt x="0" y="0"/>
                  </a:moveTo>
                  <a:lnTo>
                    <a:pt x="0" y="88784"/>
                  </a:lnTo>
                  <a:lnTo>
                    <a:pt x="218680" y="8878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4381562" y="2735981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4840792" y="2916841"/>
              <a:ext cx="0" cy="38482"/>
            </a:xfrm>
            <a:custGeom>
              <a:avLst/>
              <a:pathLst>
                <a:path w="0" h="38482">
                  <a:moveTo>
                    <a:pt x="0" y="3848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840792" y="2993856"/>
              <a:ext cx="0" cy="49"/>
            </a:xfrm>
            <a:custGeom>
              <a:avLst/>
              <a:pathLst>
                <a:path w="0" h="49">
                  <a:moveTo>
                    <a:pt x="0" y="0"/>
                  </a:moveTo>
                  <a:lnTo>
                    <a:pt x="0" y="4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731451" y="2955324"/>
              <a:ext cx="218680" cy="38532"/>
            </a:xfrm>
            <a:custGeom>
              <a:avLst/>
              <a:pathLst>
                <a:path w="218680" h="38532">
                  <a:moveTo>
                    <a:pt x="0" y="0"/>
                  </a:moveTo>
                  <a:lnTo>
                    <a:pt x="0" y="38532"/>
                  </a:lnTo>
                  <a:lnTo>
                    <a:pt x="218680" y="3853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731451" y="299380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074051" y="3024004"/>
              <a:ext cx="0" cy="3734"/>
            </a:xfrm>
            <a:custGeom>
              <a:avLst/>
              <a:pathLst>
                <a:path w="0" h="3734">
                  <a:moveTo>
                    <a:pt x="0" y="373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074051" y="3039720"/>
              <a:ext cx="0" cy="8247"/>
            </a:xfrm>
            <a:custGeom>
              <a:avLst/>
              <a:pathLst>
                <a:path w="0" h="8247">
                  <a:moveTo>
                    <a:pt x="0" y="0"/>
                  </a:moveTo>
                  <a:lnTo>
                    <a:pt x="0" y="824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4964711" y="3027738"/>
              <a:ext cx="218680" cy="11981"/>
            </a:xfrm>
            <a:custGeom>
              <a:avLst/>
              <a:pathLst>
                <a:path w="218680" h="11981">
                  <a:moveTo>
                    <a:pt x="0" y="0"/>
                  </a:moveTo>
                  <a:lnTo>
                    <a:pt x="0" y="11981"/>
                  </a:lnTo>
                  <a:lnTo>
                    <a:pt x="218680" y="1198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964711" y="303147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397267" y="1992923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397267" y="181511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397267" y="1876298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23941" y="2445926"/>
              <a:ext cx="0" cy="105544"/>
            </a:xfrm>
            <a:custGeom>
              <a:avLst/>
              <a:pathLst>
                <a:path w="0" h="105544">
                  <a:moveTo>
                    <a:pt x="0" y="10554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423941" y="2808277"/>
              <a:ext cx="0" cy="181041"/>
            </a:xfrm>
            <a:custGeom>
              <a:avLst/>
              <a:pathLst>
                <a:path w="0" h="181041">
                  <a:moveTo>
                    <a:pt x="0" y="0"/>
                  </a:moveTo>
                  <a:lnTo>
                    <a:pt x="0" y="18104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5314600" y="2551471"/>
              <a:ext cx="218680" cy="256805"/>
            </a:xfrm>
            <a:custGeom>
              <a:avLst/>
              <a:pathLst>
                <a:path w="218680" h="256805">
                  <a:moveTo>
                    <a:pt x="0" y="0"/>
                  </a:moveTo>
                  <a:lnTo>
                    <a:pt x="0" y="256805"/>
                  </a:lnTo>
                  <a:lnTo>
                    <a:pt x="218680" y="25680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314600" y="2621793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630526" y="114714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630526" y="282175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630526" y="2811831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657200" y="1632753"/>
              <a:ext cx="0" cy="210184"/>
            </a:xfrm>
            <a:custGeom>
              <a:avLst/>
              <a:pathLst>
                <a:path w="0" h="210184">
                  <a:moveTo>
                    <a:pt x="0" y="21018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657200" y="2218729"/>
              <a:ext cx="0" cy="460984"/>
            </a:xfrm>
            <a:custGeom>
              <a:avLst/>
              <a:pathLst>
                <a:path w="0" h="460984">
                  <a:moveTo>
                    <a:pt x="0" y="0"/>
                  </a:moveTo>
                  <a:lnTo>
                    <a:pt x="0" y="46098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5547860" y="1842938"/>
              <a:ext cx="218680" cy="375790"/>
            </a:xfrm>
            <a:custGeom>
              <a:avLst/>
              <a:pathLst>
                <a:path w="218680" h="375790">
                  <a:moveTo>
                    <a:pt x="0" y="0"/>
                  </a:moveTo>
                  <a:lnTo>
                    <a:pt x="0" y="375790"/>
                  </a:lnTo>
                  <a:lnTo>
                    <a:pt x="218680" y="375790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547860" y="210840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007090" y="3010189"/>
              <a:ext cx="0" cy="928"/>
            </a:xfrm>
            <a:custGeom>
              <a:avLst/>
              <a:pathLst>
                <a:path w="0" h="928">
                  <a:moveTo>
                    <a:pt x="0" y="92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007090" y="3013057"/>
              <a:ext cx="0" cy="1009"/>
            </a:xfrm>
            <a:custGeom>
              <a:avLst/>
              <a:pathLst>
                <a:path w="0" h="1009">
                  <a:moveTo>
                    <a:pt x="0" y="0"/>
                  </a:moveTo>
                  <a:lnTo>
                    <a:pt x="0" y="100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5897749" y="3011118"/>
              <a:ext cx="218680" cy="1938"/>
            </a:xfrm>
            <a:custGeom>
              <a:avLst/>
              <a:pathLst>
                <a:path w="218680" h="1938">
                  <a:moveTo>
                    <a:pt x="0" y="0"/>
                  </a:moveTo>
                  <a:lnTo>
                    <a:pt x="0" y="1938"/>
                  </a:lnTo>
                  <a:lnTo>
                    <a:pt x="218680" y="1938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897749" y="301204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240349" y="2962973"/>
              <a:ext cx="0" cy="6408"/>
            </a:xfrm>
            <a:custGeom>
              <a:avLst/>
              <a:pathLst>
                <a:path w="0" h="6408">
                  <a:moveTo>
                    <a:pt x="0" y="64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240349" y="2991705"/>
              <a:ext cx="0" cy="15915"/>
            </a:xfrm>
            <a:custGeom>
              <a:avLst/>
              <a:pathLst>
                <a:path w="0" h="15915">
                  <a:moveTo>
                    <a:pt x="0" y="0"/>
                  </a:moveTo>
                  <a:lnTo>
                    <a:pt x="0" y="1591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131009" y="2969381"/>
              <a:ext cx="218680" cy="22323"/>
            </a:xfrm>
            <a:custGeom>
              <a:avLst/>
              <a:pathLst>
                <a:path w="218680" h="22323">
                  <a:moveTo>
                    <a:pt x="0" y="0"/>
                  </a:moveTo>
                  <a:lnTo>
                    <a:pt x="0" y="22323"/>
                  </a:lnTo>
                  <a:lnTo>
                    <a:pt x="218680" y="2232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6131009" y="2975790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6590238" y="2871633"/>
              <a:ext cx="0" cy="48593"/>
            </a:xfrm>
            <a:custGeom>
              <a:avLst/>
              <a:pathLst>
                <a:path w="0" h="48593">
                  <a:moveTo>
                    <a:pt x="0" y="4859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6590238" y="2996668"/>
              <a:ext cx="0" cy="18895"/>
            </a:xfrm>
            <a:custGeom>
              <a:avLst/>
              <a:pathLst>
                <a:path w="0" h="18895">
                  <a:moveTo>
                    <a:pt x="0" y="0"/>
                  </a:moveTo>
                  <a:lnTo>
                    <a:pt x="0" y="1889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80898" y="2920227"/>
              <a:ext cx="218680" cy="76441"/>
            </a:xfrm>
            <a:custGeom>
              <a:avLst/>
              <a:pathLst>
                <a:path w="218680" h="76441">
                  <a:moveTo>
                    <a:pt x="0" y="0"/>
                  </a:moveTo>
                  <a:lnTo>
                    <a:pt x="0" y="76441"/>
                  </a:lnTo>
                  <a:lnTo>
                    <a:pt x="218680" y="7644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6480898" y="2960467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6823498" y="2687605"/>
              <a:ext cx="0" cy="91767"/>
            </a:xfrm>
            <a:custGeom>
              <a:avLst/>
              <a:pathLst>
                <a:path w="0" h="91767">
                  <a:moveTo>
                    <a:pt x="0" y="9176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823498" y="2846179"/>
              <a:ext cx="0" cy="25478"/>
            </a:xfrm>
            <a:custGeom>
              <a:avLst/>
              <a:pathLst>
                <a:path w="0" h="25478">
                  <a:moveTo>
                    <a:pt x="0" y="0"/>
                  </a:moveTo>
                  <a:lnTo>
                    <a:pt x="0" y="254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14158" y="2779373"/>
              <a:ext cx="218680" cy="66806"/>
            </a:xfrm>
            <a:custGeom>
              <a:avLst/>
              <a:pathLst>
                <a:path w="218680" h="66806">
                  <a:moveTo>
                    <a:pt x="0" y="0"/>
                  </a:moveTo>
                  <a:lnTo>
                    <a:pt x="0" y="66806"/>
                  </a:lnTo>
                  <a:lnTo>
                    <a:pt x="218680" y="6680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6714158" y="282232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024383" y="1075558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024383" y="3547537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024383" y="530290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024383" y="46795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024383" y="405610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024383" y="5614603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024383" y="499120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024383" y="436780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024383" y="374440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4374273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957422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540570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123719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6706868" y="3547537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397267" y="468958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397267" y="4736567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423941" y="4838410"/>
              <a:ext cx="0" cy="350169"/>
            </a:xfrm>
            <a:custGeom>
              <a:avLst/>
              <a:pathLst>
                <a:path w="0" h="350169">
                  <a:moveTo>
                    <a:pt x="0" y="35016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423941" y="5442573"/>
              <a:ext cx="0" cy="118754"/>
            </a:xfrm>
            <a:custGeom>
              <a:avLst/>
              <a:pathLst>
                <a:path w="0" h="118754">
                  <a:moveTo>
                    <a:pt x="0" y="0"/>
                  </a:moveTo>
                  <a:lnTo>
                    <a:pt x="0" y="11875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314600" y="5188579"/>
              <a:ext cx="218680" cy="253994"/>
            </a:xfrm>
            <a:custGeom>
              <a:avLst/>
              <a:pathLst>
                <a:path w="218680" h="253994">
                  <a:moveTo>
                    <a:pt x="0" y="0"/>
                  </a:moveTo>
                  <a:lnTo>
                    <a:pt x="0" y="253994"/>
                  </a:lnTo>
                  <a:lnTo>
                    <a:pt x="218680" y="25399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5314600" y="5336268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5657200" y="5052410"/>
              <a:ext cx="0" cy="248464"/>
            </a:xfrm>
            <a:custGeom>
              <a:avLst/>
              <a:pathLst>
                <a:path w="0" h="248464">
                  <a:moveTo>
                    <a:pt x="0" y="24846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5657200" y="5535967"/>
              <a:ext cx="0" cy="51704"/>
            </a:xfrm>
            <a:custGeom>
              <a:avLst/>
              <a:pathLst>
                <a:path w="0" h="51704">
                  <a:moveTo>
                    <a:pt x="0" y="0"/>
                  </a:moveTo>
                  <a:lnTo>
                    <a:pt x="0" y="5170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7860" y="5300875"/>
              <a:ext cx="218680" cy="235092"/>
            </a:xfrm>
            <a:custGeom>
              <a:avLst/>
              <a:pathLst>
                <a:path w="218680" h="235092">
                  <a:moveTo>
                    <a:pt x="0" y="0"/>
                  </a:moveTo>
                  <a:lnTo>
                    <a:pt x="0" y="235092"/>
                  </a:lnTo>
                  <a:lnTo>
                    <a:pt x="218680" y="235092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5547860" y="541073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6007090" y="5597123"/>
              <a:ext cx="0" cy="168"/>
            </a:xfrm>
            <a:custGeom>
              <a:avLst/>
              <a:pathLst>
                <a:path w="0" h="168">
                  <a:moveTo>
                    <a:pt x="0" y="16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6007090" y="5597996"/>
              <a:ext cx="0" cy="536"/>
            </a:xfrm>
            <a:custGeom>
              <a:avLst/>
              <a:pathLst>
                <a:path w="0" h="536">
                  <a:moveTo>
                    <a:pt x="0" y="0"/>
                  </a:moveTo>
                  <a:lnTo>
                    <a:pt x="0" y="53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897749" y="5597291"/>
              <a:ext cx="218680" cy="704"/>
            </a:xfrm>
            <a:custGeom>
              <a:avLst/>
              <a:pathLst>
                <a:path w="218680" h="704">
                  <a:moveTo>
                    <a:pt x="0" y="0"/>
                  </a:moveTo>
                  <a:lnTo>
                    <a:pt x="0" y="704"/>
                  </a:lnTo>
                  <a:lnTo>
                    <a:pt x="218680" y="70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5897749" y="559745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240349" y="5591936"/>
              <a:ext cx="0" cy="1078"/>
            </a:xfrm>
            <a:custGeom>
              <a:avLst/>
              <a:pathLst>
                <a:path w="0" h="1078">
                  <a:moveTo>
                    <a:pt x="0" y="107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6240349" y="5594972"/>
              <a:ext cx="0" cy="878"/>
            </a:xfrm>
            <a:custGeom>
              <a:avLst/>
              <a:pathLst>
                <a:path w="0" h="878">
                  <a:moveTo>
                    <a:pt x="0" y="0"/>
                  </a:moveTo>
                  <a:lnTo>
                    <a:pt x="0" y="8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131009" y="5593015"/>
              <a:ext cx="218680" cy="1957"/>
            </a:xfrm>
            <a:custGeom>
              <a:avLst/>
              <a:pathLst>
                <a:path w="218680" h="1957">
                  <a:moveTo>
                    <a:pt x="0" y="0"/>
                  </a:moveTo>
                  <a:lnTo>
                    <a:pt x="0" y="1957"/>
                  </a:lnTo>
                  <a:lnTo>
                    <a:pt x="218680" y="1957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131009" y="5594093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6590238" y="5465910"/>
              <a:ext cx="0" cy="53101"/>
            </a:xfrm>
            <a:custGeom>
              <a:avLst/>
              <a:pathLst>
                <a:path w="0" h="53101">
                  <a:moveTo>
                    <a:pt x="0" y="53101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590238" y="5569837"/>
              <a:ext cx="0" cy="16227"/>
            </a:xfrm>
            <a:custGeom>
              <a:avLst/>
              <a:pathLst>
                <a:path w="0" h="16227">
                  <a:moveTo>
                    <a:pt x="0" y="0"/>
                  </a:moveTo>
                  <a:lnTo>
                    <a:pt x="0" y="1622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480898" y="5519011"/>
              <a:ext cx="218680" cy="50825"/>
            </a:xfrm>
            <a:custGeom>
              <a:avLst/>
              <a:pathLst>
                <a:path w="218680" h="50825">
                  <a:moveTo>
                    <a:pt x="0" y="0"/>
                  </a:moveTo>
                  <a:lnTo>
                    <a:pt x="0" y="50825"/>
                  </a:lnTo>
                  <a:lnTo>
                    <a:pt x="218680" y="5082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6480898" y="5554096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6823498" y="5563808"/>
              <a:ext cx="0" cy="10685"/>
            </a:xfrm>
            <a:custGeom>
              <a:avLst/>
              <a:pathLst>
                <a:path w="0" h="10685">
                  <a:moveTo>
                    <a:pt x="0" y="1068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6823498" y="5587554"/>
              <a:ext cx="0" cy="2100"/>
            </a:xfrm>
            <a:custGeom>
              <a:avLst/>
              <a:pathLst>
                <a:path w="0" h="2100">
                  <a:moveTo>
                    <a:pt x="0" y="0"/>
                  </a:moveTo>
                  <a:lnTo>
                    <a:pt x="0" y="210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14158" y="5574493"/>
              <a:ext cx="218680" cy="13060"/>
            </a:xfrm>
            <a:custGeom>
              <a:avLst/>
              <a:pathLst>
                <a:path w="218680" h="13060">
                  <a:moveTo>
                    <a:pt x="0" y="0"/>
                  </a:moveTo>
                  <a:lnTo>
                    <a:pt x="0" y="13060"/>
                  </a:lnTo>
                  <a:lnTo>
                    <a:pt x="218680" y="13060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714158" y="5582411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4024383" y="3547537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132673" y="1075558"/>
              <a:ext cx="3032374" cy="21617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132673" y="2830925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7132673" y="22075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132673" y="1584128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132673" y="3142624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132673" y="2519226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7132673" y="1895827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7132673" y="1272429"/>
              <a:ext cx="3032374" cy="0"/>
            </a:xfrm>
            <a:custGeom>
              <a:avLst/>
              <a:pathLst>
                <a:path w="3032374" h="0">
                  <a:moveTo>
                    <a:pt x="0" y="0"/>
                  </a:moveTo>
                  <a:lnTo>
                    <a:pt x="3032374" y="0"/>
                  </a:lnTo>
                  <a:lnTo>
                    <a:pt x="303237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7482562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65711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8648860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9232009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9815158" y="1075558"/>
              <a:ext cx="0" cy="2161762"/>
            </a:xfrm>
            <a:custGeom>
              <a:avLst/>
              <a:pathLst>
                <a:path w="0" h="2161762">
                  <a:moveTo>
                    <a:pt x="0" y="216176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532230" y="2569970"/>
              <a:ext cx="0" cy="128457"/>
            </a:xfrm>
            <a:custGeom>
              <a:avLst/>
              <a:pathLst>
                <a:path w="0" h="128457">
                  <a:moveTo>
                    <a:pt x="0" y="1284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532230" y="2988984"/>
              <a:ext cx="0" cy="48360"/>
            </a:xfrm>
            <a:custGeom>
              <a:avLst/>
              <a:pathLst>
                <a:path w="0" h="48360">
                  <a:moveTo>
                    <a:pt x="0" y="0"/>
                  </a:moveTo>
                  <a:lnTo>
                    <a:pt x="0" y="4836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8422890" y="2698428"/>
              <a:ext cx="218680" cy="290556"/>
            </a:xfrm>
            <a:custGeom>
              <a:avLst/>
              <a:pathLst>
                <a:path w="218680" h="290556">
                  <a:moveTo>
                    <a:pt x="0" y="0"/>
                  </a:moveTo>
                  <a:lnTo>
                    <a:pt x="0" y="290556"/>
                  </a:lnTo>
                  <a:lnTo>
                    <a:pt x="218680" y="290556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8422890" y="282405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8765490" y="2489265"/>
              <a:ext cx="0" cy="247177"/>
            </a:xfrm>
            <a:custGeom>
              <a:avLst/>
              <a:pathLst>
                <a:path w="0" h="247177">
                  <a:moveTo>
                    <a:pt x="0" y="24717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8765490" y="2963868"/>
              <a:ext cx="0" cy="82802"/>
            </a:xfrm>
            <a:custGeom>
              <a:avLst/>
              <a:pathLst>
                <a:path w="0" h="82802">
                  <a:moveTo>
                    <a:pt x="0" y="0"/>
                  </a:moveTo>
                  <a:lnTo>
                    <a:pt x="0" y="8280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8656149" y="2736442"/>
              <a:ext cx="218680" cy="227425"/>
            </a:xfrm>
            <a:custGeom>
              <a:avLst/>
              <a:pathLst>
                <a:path w="218680" h="227425">
                  <a:moveTo>
                    <a:pt x="0" y="0"/>
                  </a:moveTo>
                  <a:lnTo>
                    <a:pt x="0" y="227425"/>
                  </a:lnTo>
                  <a:lnTo>
                    <a:pt x="218680" y="22742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656149" y="2857245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9115379" y="3135829"/>
              <a:ext cx="0" cy="1352"/>
            </a:xfrm>
            <a:custGeom>
              <a:avLst/>
              <a:pathLst>
                <a:path w="0" h="1352">
                  <a:moveTo>
                    <a:pt x="0" y="135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9115379" y="3138796"/>
              <a:ext cx="0" cy="261"/>
            </a:xfrm>
            <a:custGeom>
              <a:avLst/>
              <a:pathLst>
                <a:path w="0" h="261">
                  <a:moveTo>
                    <a:pt x="0" y="0"/>
                  </a:moveTo>
                  <a:lnTo>
                    <a:pt x="0" y="26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9006039" y="3137182"/>
              <a:ext cx="218680" cy="1614"/>
            </a:xfrm>
            <a:custGeom>
              <a:avLst/>
              <a:pathLst>
                <a:path w="218680" h="1614">
                  <a:moveTo>
                    <a:pt x="0" y="0"/>
                  </a:moveTo>
                  <a:lnTo>
                    <a:pt x="0" y="1614"/>
                  </a:lnTo>
                  <a:lnTo>
                    <a:pt x="218680" y="1614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006039" y="3138534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348639" y="3127263"/>
              <a:ext cx="0" cy="922"/>
            </a:xfrm>
            <a:custGeom>
              <a:avLst/>
              <a:pathLst>
                <a:path w="0" h="922">
                  <a:moveTo>
                    <a:pt x="0" y="92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9348639" y="3129339"/>
              <a:ext cx="0" cy="230"/>
            </a:xfrm>
            <a:custGeom>
              <a:avLst/>
              <a:pathLst>
                <a:path w="0" h="230">
                  <a:moveTo>
                    <a:pt x="0" y="0"/>
                  </a:moveTo>
                  <a:lnTo>
                    <a:pt x="0" y="23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9239298" y="3128186"/>
              <a:ext cx="218680" cy="1153"/>
            </a:xfrm>
            <a:custGeom>
              <a:avLst/>
              <a:pathLst>
                <a:path w="218680" h="1153">
                  <a:moveTo>
                    <a:pt x="0" y="0"/>
                  </a:moveTo>
                  <a:lnTo>
                    <a:pt x="0" y="1153"/>
                  </a:lnTo>
                  <a:lnTo>
                    <a:pt x="218680" y="1153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9239298" y="3129109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9698528" y="3109871"/>
              <a:ext cx="0" cy="2128"/>
            </a:xfrm>
            <a:custGeom>
              <a:avLst/>
              <a:pathLst>
                <a:path w="0" h="2128">
                  <a:moveTo>
                    <a:pt x="0" y="212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9698528" y="3115475"/>
              <a:ext cx="0" cy="330"/>
            </a:xfrm>
            <a:custGeom>
              <a:avLst/>
              <a:pathLst>
                <a:path w="0" h="330">
                  <a:moveTo>
                    <a:pt x="0" y="0"/>
                  </a:moveTo>
                  <a:lnTo>
                    <a:pt x="0" y="33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9589188" y="3111999"/>
              <a:ext cx="218680" cy="3475"/>
            </a:xfrm>
            <a:custGeom>
              <a:avLst/>
              <a:pathLst>
                <a:path w="218680" h="3475">
                  <a:moveTo>
                    <a:pt x="0" y="0"/>
                  </a:moveTo>
                  <a:lnTo>
                    <a:pt x="0" y="3475"/>
                  </a:lnTo>
                  <a:lnTo>
                    <a:pt x="218680" y="3475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589188" y="311417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9905114" y="3084456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9905114" y="3078048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9931788" y="312662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9931788" y="3130979"/>
              <a:ext cx="0" cy="847"/>
            </a:xfrm>
            <a:custGeom>
              <a:avLst/>
              <a:pathLst>
                <a:path w="0" h="847">
                  <a:moveTo>
                    <a:pt x="0" y="0"/>
                  </a:moveTo>
                  <a:lnTo>
                    <a:pt x="0" y="84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9822447" y="3126627"/>
              <a:ext cx="218680" cy="4351"/>
            </a:xfrm>
            <a:custGeom>
              <a:avLst/>
              <a:pathLst>
                <a:path w="218680" h="4351">
                  <a:moveTo>
                    <a:pt x="0" y="0"/>
                  </a:moveTo>
                  <a:lnTo>
                    <a:pt x="0" y="4351"/>
                  </a:lnTo>
                  <a:lnTo>
                    <a:pt x="218680" y="4351"/>
                  </a:lnTo>
                  <a:lnTo>
                    <a:pt x="21868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9822447" y="3129582"/>
              <a:ext cx="218680" cy="0"/>
            </a:xfrm>
            <a:custGeom>
              <a:avLst/>
              <a:pathLst>
                <a:path w="218680" h="0">
                  <a:moveTo>
                    <a:pt x="0" y="0"/>
                  </a:moveTo>
                  <a:lnTo>
                    <a:pt x="21868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7132673" y="1075558"/>
              <a:ext cx="3032374" cy="2161762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916094" y="3313235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tx236"/>
            <p:cNvSpPr/>
            <p:nvPr/>
          </p:nvSpPr>
          <p:spPr>
            <a:xfrm>
              <a:off x="2357803" y="338676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237" name="rc237"/>
            <p:cNvSpPr/>
            <p:nvPr/>
          </p:nvSpPr>
          <p:spPr>
            <a:xfrm>
              <a:off x="4024383" y="3313235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tx238"/>
            <p:cNvSpPr/>
            <p:nvPr/>
          </p:nvSpPr>
          <p:spPr>
            <a:xfrm>
              <a:off x="5466093" y="338676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239" name="rc239"/>
            <p:cNvSpPr/>
            <p:nvPr/>
          </p:nvSpPr>
          <p:spPr>
            <a:xfrm>
              <a:off x="916094" y="841256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40"/>
            <p:cNvSpPr/>
            <p:nvPr/>
          </p:nvSpPr>
          <p:spPr>
            <a:xfrm>
              <a:off x="2351082" y="914790"/>
              <a:ext cx="1623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241" name="rc241"/>
            <p:cNvSpPr/>
            <p:nvPr/>
          </p:nvSpPr>
          <p:spPr>
            <a:xfrm>
              <a:off x="4024383" y="841256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242"/>
            <p:cNvSpPr/>
            <p:nvPr/>
          </p:nvSpPr>
          <p:spPr>
            <a:xfrm>
              <a:off x="5466093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243" name="rc243"/>
            <p:cNvSpPr/>
            <p:nvPr/>
          </p:nvSpPr>
          <p:spPr>
            <a:xfrm>
              <a:off x="7132673" y="841256"/>
              <a:ext cx="3032374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8574382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245" name="pl245"/>
            <p:cNvSpPr/>
            <p:nvPr/>
          </p:nvSpPr>
          <p:spPr>
            <a:xfrm>
              <a:off x="1265983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1849132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2432281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015430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3598579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tx250"/>
            <p:cNvSpPr/>
            <p:nvPr/>
          </p:nvSpPr>
          <p:spPr>
            <a:xfrm rot="-2400000">
              <a:off x="923407" y="5902310"/>
              <a:ext cx="41970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51" name="tx251"/>
            <p:cNvSpPr/>
            <p:nvPr/>
          </p:nvSpPr>
          <p:spPr>
            <a:xfrm rot="-2400000">
              <a:off x="1327063" y="5967641"/>
              <a:ext cx="62298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52" name="tx252"/>
            <p:cNvSpPr/>
            <p:nvPr/>
          </p:nvSpPr>
          <p:spPr>
            <a:xfrm rot="-2400000">
              <a:off x="2250949" y="584362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53" name="tx253"/>
            <p:cNvSpPr/>
            <p:nvPr/>
          </p:nvSpPr>
          <p:spPr>
            <a:xfrm rot="-2400000">
              <a:off x="2816254" y="5850117"/>
              <a:ext cx="25731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54" name="tx254"/>
            <p:cNvSpPr/>
            <p:nvPr/>
          </p:nvSpPr>
          <p:spPr>
            <a:xfrm rot="-2400000">
              <a:off x="3375583" y="5858786"/>
              <a:ext cx="2842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55" name="pl255"/>
            <p:cNvSpPr/>
            <p:nvPr/>
          </p:nvSpPr>
          <p:spPr>
            <a:xfrm>
              <a:off x="4374273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957422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540570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6123719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6706868" y="570929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tx260"/>
            <p:cNvSpPr/>
            <p:nvPr/>
          </p:nvSpPr>
          <p:spPr>
            <a:xfrm rot="-2400000">
              <a:off x="4031696" y="5902310"/>
              <a:ext cx="41970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61" name="tx261"/>
            <p:cNvSpPr/>
            <p:nvPr/>
          </p:nvSpPr>
          <p:spPr>
            <a:xfrm rot="-2400000">
              <a:off x="4435352" y="5967641"/>
              <a:ext cx="62298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62" name="tx262"/>
            <p:cNvSpPr/>
            <p:nvPr/>
          </p:nvSpPr>
          <p:spPr>
            <a:xfrm rot="-2400000">
              <a:off x="5359239" y="584362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63" name="tx263"/>
            <p:cNvSpPr/>
            <p:nvPr/>
          </p:nvSpPr>
          <p:spPr>
            <a:xfrm rot="-2400000">
              <a:off x="5924543" y="5850117"/>
              <a:ext cx="25731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64" name="tx264"/>
            <p:cNvSpPr/>
            <p:nvPr/>
          </p:nvSpPr>
          <p:spPr>
            <a:xfrm rot="-2400000">
              <a:off x="6483873" y="5858786"/>
              <a:ext cx="2842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65" name="pl265"/>
            <p:cNvSpPr/>
            <p:nvPr/>
          </p:nvSpPr>
          <p:spPr>
            <a:xfrm>
              <a:off x="7482562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8065711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8648860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9232009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9815158" y="3237320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tx270"/>
            <p:cNvSpPr/>
            <p:nvPr/>
          </p:nvSpPr>
          <p:spPr>
            <a:xfrm rot="-2400000">
              <a:off x="7139986" y="3430331"/>
              <a:ext cx="41970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271" name="tx271"/>
            <p:cNvSpPr/>
            <p:nvPr/>
          </p:nvSpPr>
          <p:spPr>
            <a:xfrm rot="-2400000">
              <a:off x="7543642" y="3495661"/>
              <a:ext cx="62298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272" name="tx272"/>
            <p:cNvSpPr/>
            <p:nvPr/>
          </p:nvSpPr>
          <p:spPr>
            <a:xfrm rot="-2400000">
              <a:off x="8467528" y="3371643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273" name="tx273"/>
            <p:cNvSpPr/>
            <p:nvPr/>
          </p:nvSpPr>
          <p:spPr>
            <a:xfrm rot="-2400000">
              <a:off x="9032833" y="3378138"/>
              <a:ext cx="25731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274" name="tx274"/>
            <p:cNvSpPr/>
            <p:nvPr/>
          </p:nvSpPr>
          <p:spPr>
            <a:xfrm rot="-2400000">
              <a:off x="9592163" y="3386807"/>
              <a:ext cx="28428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780013" y="3099007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80013" y="247560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712256" y="1852210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712256" y="1228812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79" name="pl279"/>
            <p:cNvSpPr/>
            <p:nvPr/>
          </p:nvSpPr>
          <p:spPr>
            <a:xfrm>
              <a:off x="878136" y="314262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878136" y="25192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878136" y="189582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878136" y="127242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780013" y="557098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780013" y="494758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712256" y="432418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712256" y="3700791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87" name="pl287"/>
            <p:cNvSpPr/>
            <p:nvPr/>
          </p:nvSpPr>
          <p:spPr>
            <a:xfrm>
              <a:off x="878136" y="561460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878136" y="499120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878136" y="436780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878136" y="374440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tx291"/>
            <p:cNvSpPr/>
            <p:nvPr/>
          </p:nvSpPr>
          <p:spPr>
            <a:xfrm>
              <a:off x="5328750" y="6302463"/>
              <a:ext cx="42364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292" name="tx292"/>
            <p:cNvSpPr/>
            <p:nvPr/>
          </p:nvSpPr>
          <p:spPr>
            <a:xfrm rot="-5400000">
              <a:off x="-166263" y="3337839"/>
              <a:ext cx="150793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293" name="rc293"/>
            <p:cNvSpPr/>
            <p:nvPr/>
          </p:nvSpPr>
          <p:spPr>
            <a:xfrm>
              <a:off x="4492791" y="6595477"/>
              <a:ext cx="2095559" cy="371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tx294"/>
            <p:cNvSpPr/>
            <p:nvPr/>
          </p:nvSpPr>
          <p:spPr>
            <a:xfrm>
              <a:off x="4568706" y="6726531"/>
              <a:ext cx="46305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295" name="rc295"/>
            <p:cNvSpPr/>
            <p:nvPr/>
          </p:nvSpPr>
          <p:spPr>
            <a:xfrm>
              <a:off x="5107673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217401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217401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5135105" y="6726256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135105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217401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217401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5851395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961123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5961123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5878827" y="6726256"/>
              <a:ext cx="164591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5878827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5961123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5961123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9" name="tx309"/>
            <p:cNvSpPr/>
            <p:nvPr/>
          </p:nvSpPr>
          <p:spPr>
            <a:xfrm>
              <a:off x="5403045" y="6737503"/>
              <a:ext cx="37243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6146766" y="6737503"/>
              <a:ext cx="36566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916094" y="596085"/>
              <a:ext cx="4237238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comparison by variety across stages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520171"/>
            <a:ext cx="9783763" cy="6522509"/>
            <a:chOff x="457200" y="520171"/>
            <a:chExt cx="9783763" cy="6522509"/>
          </a:xfrm>
        </p:grpSpPr>
        <p:sp>
          <p:nvSpPr>
            <p:cNvPr id="3" name="rc3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520170"/>
              <a:ext cx="9783763" cy="65225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16094" y="1075558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6094" y="3204609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6094" y="2618052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6094" y="2031494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16094" y="1444937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16094" y="291133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6094" y="232477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6094" y="173821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6094" y="115165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161232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569795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978358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86921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95484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204047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12610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079519" y="3043482"/>
              <a:ext cx="0" cy="40780"/>
            </a:xfrm>
            <a:custGeom>
              <a:avLst/>
              <a:pathLst>
                <a:path w="0" h="40780">
                  <a:moveTo>
                    <a:pt x="0" y="4078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079519" y="3221311"/>
              <a:ext cx="0" cy="96268"/>
            </a:xfrm>
            <a:custGeom>
              <a:avLst/>
              <a:pathLst>
                <a:path w="0" h="96268">
                  <a:moveTo>
                    <a:pt x="0" y="0"/>
                  </a:moveTo>
                  <a:lnTo>
                    <a:pt x="0" y="9626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002913" y="3084262"/>
              <a:ext cx="153211" cy="137049"/>
            </a:xfrm>
            <a:custGeom>
              <a:avLst/>
              <a:pathLst>
                <a:path w="153211" h="137049">
                  <a:moveTo>
                    <a:pt x="0" y="0"/>
                  </a:moveTo>
                  <a:lnTo>
                    <a:pt x="0" y="137049"/>
                  </a:lnTo>
                  <a:lnTo>
                    <a:pt x="153211" y="13704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02913" y="312504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42944" y="2281514"/>
              <a:ext cx="0" cy="22083"/>
            </a:xfrm>
            <a:custGeom>
              <a:avLst/>
              <a:pathLst>
                <a:path w="0" h="22083">
                  <a:moveTo>
                    <a:pt x="0" y="2208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42944" y="2356058"/>
              <a:ext cx="0" cy="30376"/>
            </a:xfrm>
            <a:custGeom>
              <a:avLst/>
              <a:pathLst>
                <a:path w="0" h="30376">
                  <a:moveTo>
                    <a:pt x="0" y="0"/>
                  </a:moveTo>
                  <a:lnTo>
                    <a:pt x="0" y="3037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166339" y="2303598"/>
              <a:ext cx="153211" cy="52460"/>
            </a:xfrm>
            <a:custGeom>
              <a:avLst/>
              <a:pathLst>
                <a:path w="153211" h="52460">
                  <a:moveTo>
                    <a:pt x="0" y="0"/>
                  </a:moveTo>
                  <a:lnTo>
                    <a:pt x="0" y="52460"/>
                  </a:lnTo>
                  <a:lnTo>
                    <a:pt x="153211" y="52460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66339" y="232568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488082" y="2800837"/>
              <a:ext cx="0" cy="72219"/>
            </a:xfrm>
            <a:custGeom>
              <a:avLst/>
              <a:pathLst>
                <a:path w="0" h="72219">
                  <a:moveTo>
                    <a:pt x="0" y="7221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488082" y="3250800"/>
              <a:ext cx="0" cy="65107"/>
            </a:xfrm>
            <a:custGeom>
              <a:avLst/>
              <a:pathLst>
                <a:path w="0" h="65107">
                  <a:moveTo>
                    <a:pt x="0" y="0"/>
                  </a:moveTo>
                  <a:lnTo>
                    <a:pt x="0" y="6510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411476" y="2873057"/>
              <a:ext cx="153211" cy="377742"/>
            </a:xfrm>
            <a:custGeom>
              <a:avLst/>
              <a:pathLst>
                <a:path w="153211" h="377742">
                  <a:moveTo>
                    <a:pt x="0" y="0"/>
                  </a:moveTo>
                  <a:lnTo>
                    <a:pt x="0" y="377742"/>
                  </a:lnTo>
                  <a:lnTo>
                    <a:pt x="153211" y="37774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11476" y="2889686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651507" y="1182321"/>
              <a:ext cx="0" cy="680905"/>
            </a:xfrm>
            <a:custGeom>
              <a:avLst/>
              <a:pathLst>
                <a:path w="0" h="680905">
                  <a:moveTo>
                    <a:pt x="0" y="68090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651507" y="2953445"/>
              <a:ext cx="0" cy="198432"/>
            </a:xfrm>
            <a:custGeom>
              <a:avLst/>
              <a:pathLst>
                <a:path w="0" h="198432">
                  <a:moveTo>
                    <a:pt x="0" y="0"/>
                  </a:moveTo>
                  <a:lnTo>
                    <a:pt x="0" y="19843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1574902" y="1863226"/>
              <a:ext cx="153211" cy="1090219"/>
            </a:xfrm>
            <a:custGeom>
              <a:avLst/>
              <a:pathLst>
                <a:path w="153211" h="1090219">
                  <a:moveTo>
                    <a:pt x="0" y="0"/>
                  </a:moveTo>
                  <a:lnTo>
                    <a:pt x="0" y="1090219"/>
                  </a:lnTo>
                  <a:lnTo>
                    <a:pt x="153211" y="109021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574902" y="238977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896645" y="1967941"/>
              <a:ext cx="0" cy="106247"/>
            </a:xfrm>
            <a:custGeom>
              <a:avLst/>
              <a:pathLst>
                <a:path w="0" h="106247">
                  <a:moveTo>
                    <a:pt x="0" y="10624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896645" y="2775583"/>
              <a:ext cx="0" cy="113869"/>
            </a:xfrm>
            <a:custGeom>
              <a:avLst/>
              <a:pathLst>
                <a:path w="0" h="113869">
                  <a:moveTo>
                    <a:pt x="0" y="0"/>
                  </a:moveTo>
                  <a:lnTo>
                    <a:pt x="0" y="11386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1820039" y="2074188"/>
              <a:ext cx="153211" cy="701394"/>
            </a:xfrm>
            <a:custGeom>
              <a:avLst/>
              <a:pathLst>
                <a:path w="153211" h="701394">
                  <a:moveTo>
                    <a:pt x="0" y="0"/>
                  </a:moveTo>
                  <a:lnTo>
                    <a:pt x="0" y="701394"/>
                  </a:lnTo>
                  <a:lnTo>
                    <a:pt x="153211" y="701394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20039" y="242777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60070" y="2063095"/>
              <a:ext cx="0" cy="50172"/>
            </a:xfrm>
            <a:custGeom>
              <a:avLst/>
              <a:pathLst>
                <a:path w="0" h="50172">
                  <a:moveTo>
                    <a:pt x="0" y="501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060070" y="2168881"/>
              <a:ext cx="0" cy="5440"/>
            </a:xfrm>
            <a:custGeom>
              <a:avLst/>
              <a:pathLst>
                <a:path w="0" h="5440">
                  <a:moveTo>
                    <a:pt x="0" y="0"/>
                  </a:moveTo>
                  <a:lnTo>
                    <a:pt x="0" y="544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1983465" y="2113268"/>
              <a:ext cx="153211" cy="55612"/>
            </a:xfrm>
            <a:custGeom>
              <a:avLst/>
              <a:pathLst>
                <a:path w="153211" h="55612">
                  <a:moveTo>
                    <a:pt x="0" y="0"/>
                  </a:moveTo>
                  <a:lnTo>
                    <a:pt x="0" y="55612"/>
                  </a:lnTo>
                  <a:lnTo>
                    <a:pt x="153211" y="5561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83465" y="216344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916094" y="1075558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916094" y="3734559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916094" y="573706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16094" y="512604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916094" y="4515029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916094" y="390401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916094" y="6042571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16094" y="5431555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16094" y="482053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916094" y="4209521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161232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69795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978358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386921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795484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04047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612610" y="3734559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079519" y="5548870"/>
              <a:ext cx="0" cy="21553"/>
            </a:xfrm>
            <a:custGeom>
              <a:avLst/>
              <a:pathLst>
                <a:path w="0" h="21553">
                  <a:moveTo>
                    <a:pt x="0" y="2155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079519" y="5603052"/>
              <a:ext cx="0" cy="11074"/>
            </a:xfrm>
            <a:custGeom>
              <a:avLst/>
              <a:pathLst>
                <a:path w="0" h="11074">
                  <a:moveTo>
                    <a:pt x="0" y="0"/>
                  </a:moveTo>
                  <a:lnTo>
                    <a:pt x="0" y="1107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1002913" y="5570423"/>
              <a:ext cx="153211" cy="32628"/>
            </a:xfrm>
            <a:custGeom>
              <a:avLst/>
              <a:pathLst>
                <a:path w="153211" h="32628">
                  <a:moveTo>
                    <a:pt x="0" y="0"/>
                  </a:moveTo>
                  <a:lnTo>
                    <a:pt x="0" y="32628"/>
                  </a:lnTo>
                  <a:lnTo>
                    <a:pt x="153211" y="32628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002913" y="559197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242944" y="5957243"/>
              <a:ext cx="0" cy="4399"/>
            </a:xfrm>
            <a:custGeom>
              <a:avLst/>
              <a:pathLst>
                <a:path w="0" h="4399">
                  <a:moveTo>
                    <a:pt x="0" y="439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242944" y="5971312"/>
              <a:ext cx="0" cy="5270"/>
            </a:xfrm>
            <a:custGeom>
              <a:avLst/>
              <a:pathLst>
                <a:path w="0" h="5270">
                  <a:moveTo>
                    <a:pt x="0" y="0"/>
                  </a:moveTo>
                  <a:lnTo>
                    <a:pt x="0" y="527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1166339" y="5961642"/>
              <a:ext cx="153211" cy="9669"/>
            </a:xfrm>
            <a:custGeom>
              <a:avLst/>
              <a:pathLst>
                <a:path w="153211" h="9669">
                  <a:moveTo>
                    <a:pt x="0" y="0"/>
                  </a:moveTo>
                  <a:lnTo>
                    <a:pt x="0" y="9669"/>
                  </a:lnTo>
                  <a:lnTo>
                    <a:pt x="153211" y="966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1166339" y="5966041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488082" y="5052480"/>
              <a:ext cx="0" cy="44268"/>
            </a:xfrm>
            <a:custGeom>
              <a:avLst/>
              <a:pathLst>
                <a:path w="0" h="44268">
                  <a:moveTo>
                    <a:pt x="0" y="4426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488082" y="5621947"/>
              <a:ext cx="0" cy="57160"/>
            </a:xfrm>
            <a:custGeom>
              <a:avLst/>
              <a:pathLst>
                <a:path w="0" h="57160">
                  <a:moveTo>
                    <a:pt x="0" y="0"/>
                  </a:moveTo>
                  <a:lnTo>
                    <a:pt x="0" y="5716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411476" y="5096748"/>
              <a:ext cx="153211" cy="525199"/>
            </a:xfrm>
            <a:custGeom>
              <a:avLst/>
              <a:pathLst>
                <a:path w="153211" h="525199">
                  <a:moveTo>
                    <a:pt x="0" y="0"/>
                  </a:moveTo>
                  <a:lnTo>
                    <a:pt x="0" y="525199"/>
                  </a:lnTo>
                  <a:lnTo>
                    <a:pt x="153211" y="52519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411476" y="561831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651507" y="5596437"/>
              <a:ext cx="0" cy="1680"/>
            </a:xfrm>
            <a:custGeom>
              <a:avLst/>
              <a:pathLst>
                <a:path w="0" h="1680">
                  <a:moveTo>
                    <a:pt x="0" y="168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651507" y="5897791"/>
              <a:ext cx="0" cy="28259"/>
            </a:xfrm>
            <a:custGeom>
              <a:avLst/>
              <a:pathLst>
                <a:path w="0" h="28259">
                  <a:moveTo>
                    <a:pt x="0" y="0"/>
                  </a:moveTo>
                  <a:lnTo>
                    <a:pt x="0" y="2825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1574902" y="5598118"/>
              <a:ext cx="153211" cy="299673"/>
            </a:xfrm>
            <a:custGeom>
              <a:avLst/>
              <a:pathLst>
                <a:path w="153211" h="299673">
                  <a:moveTo>
                    <a:pt x="0" y="0"/>
                  </a:moveTo>
                  <a:lnTo>
                    <a:pt x="0" y="299673"/>
                  </a:lnTo>
                  <a:lnTo>
                    <a:pt x="153211" y="299673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574902" y="5664505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896645" y="4570999"/>
              <a:ext cx="0" cy="324113"/>
            </a:xfrm>
            <a:custGeom>
              <a:avLst/>
              <a:pathLst>
                <a:path w="0" h="324113">
                  <a:moveTo>
                    <a:pt x="0" y="32411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896645" y="5859572"/>
              <a:ext cx="0" cy="52455"/>
            </a:xfrm>
            <a:custGeom>
              <a:avLst/>
              <a:pathLst>
                <a:path w="0" h="52455">
                  <a:moveTo>
                    <a:pt x="0" y="0"/>
                  </a:moveTo>
                  <a:lnTo>
                    <a:pt x="0" y="5245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1820039" y="4895112"/>
              <a:ext cx="153211" cy="964459"/>
            </a:xfrm>
            <a:custGeom>
              <a:avLst/>
              <a:pathLst>
                <a:path w="153211" h="964459">
                  <a:moveTo>
                    <a:pt x="0" y="0"/>
                  </a:moveTo>
                  <a:lnTo>
                    <a:pt x="0" y="964459"/>
                  </a:lnTo>
                  <a:lnTo>
                    <a:pt x="153211" y="96445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820039" y="523205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060070" y="5774610"/>
              <a:ext cx="0" cy="73260"/>
            </a:xfrm>
            <a:custGeom>
              <a:avLst/>
              <a:pathLst>
                <a:path w="0" h="73260">
                  <a:moveTo>
                    <a:pt x="0" y="7326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060070" y="5942242"/>
              <a:ext cx="0" cy="8034"/>
            </a:xfrm>
            <a:custGeom>
              <a:avLst/>
              <a:pathLst>
                <a:path w="0" h="8034">
                  <a:moveTo>
                    <a:pt x="0" y="0"/>
                  </a:moveTo>
                  <a:lnTo>
                    <a:pt x="0" y="80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1983465" y="5847871"/>
              <a:ext cx="153211" cy="94371"/>
            </a:xfrm>
            <a:custGeom>
              <a:avLst/>
              <a:pathLst>
                <a:path w="153211" h="94371">
                  <a:moveTo>
                    <a:pt x="0" y="0"/>
                  </a:moveTo>
                  <a:lnTo>
                    <a:pt x="0" y="94371"/>
                  </a:lnTo>
                  <a:lnTo>
                    <a:pt x="153211" y="9437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983465" y="586103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305208" y="4684403"/>
              <a:ext cx="0" cy="107783"/>
            </a:xfrm>
            <a:custGeom>
              <a:avLst/>
              <a:pathLst>
                <a:path w="0" h="107783">
                  <a:moveTo>
                    <a:pt x="0" y="10778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305208" y="5831679"/>
              <a:ext cx="0" cy="17627"/>
            </a:xfrm>
            <a:custGeom>
              <a:avLst/>
              <a:pathLst>
                <a:path w="0" h="17627">
                  <a:moveTo>
                    <a:pt x="0" y="0"/>
                  </a:moveTo>
                  <a:lnTo>
                    <a:pt x="0" y="1762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228602" y="4792187"/>
              <a:ext cx="153211" cy="1039492"/>
            </a:xfrm>
            <a:custGeom>
              <a:avLst/>
              <a:pathLst>
                <a:path w="153211" h="1039492">
                  <a:moveTo>
                    <a:pt x="0" y="0"/>
                  </a:moveTo>
                  <a:lnTo>
                    <a:pt x="0" y="1039492"/>
                  </a:lnTo>
                  <a:lnTo>
                    <a:pt x="153211" y="103949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228602" y="537955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468633" y="4914359"/>
              <a:ext cx="0" cy="279853"/>
            </a:xfrm>
            <a:custGeom>
              <a:avLst/>
              <a:pathLst>
                <a:path w="0" h="279853">
                  <a:moveTo>
                    <a:pt x="0" y="27985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468633" y="5661725"/>
              <a:ext cx="0" cy="275629"/>
            </a:xfrm>
            <a:custGeom>
              <a:avLst/>
              <a:pathLst>
                <a:path w="0" h="275629">
                  <a:moveTo>
                    <a:pt x="0" y="0"/>
                  </a:moveTo>
                  <a:lnTo>
                    <a:pt x="0" y="27562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392028" y="5194213"/>
              <a:ext cx="153211" cy="467511"/>
            </a:xfrm>
            <a:custGeom>
              <a:avLst/>
              <a:pathLst>
                <a:path w="153211" h="467511">
                  <a:moveTo>
                    <a:pt x="0" y="0"/>
                  </a:moveTo>
                  <a:lnTo>
                    <a:pt x="0" y="467511"/>
                  </a:lnTo>
                  <a:lnTo>
                    <a:pt x="153211" y="46751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392028" y="539387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713771" y="3841322"/>
              <a:ext cx="0" cy="785355"/>
            </a:xfrm>
            <a:custGeom>
              <a:avLst/>
              <a:pathLst>
                <a:path w="0" h="785355">
                  <a:moveTo>
                    <a:pt x="0" y="78535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13771" y="5603785"/>
              <a:ext cx="0" cy="304362"/>
            </a:xfrm>
            <a:custGeom>
              <a:avLst/>
              <a:pathLst>
                <a:path w="0" h="304362">
                  <a:moveTo>
                    <a:pt x="0" y="0"/>
                  </a:moveTo>
                  <a:lnTo>
                    <a:pt x="0" y="30436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637165" y="4626678"/>
              <a:ext cx="153211" cy="977107"/>
            </a:xfrm>
            <a:custGeom>
              <a:avLst/>
              <a:pathLst>
                <a:path w="153211" h="977107">
                  <a:moveTo>
                    <a:pt x="0" y="0"/>
                  </a:moveTo>
                  <a:lnTo>
                    <a:pt x="0" y="977107"/>
                  </a:lnTo>
                  <a:lnTo>
                    <a:pt x="153211" y="97710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37165" y="501633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877196" y="4665004"/>
              <a:ext cx="0" cy="611299"/>
            </a:xfrm>
            <a:custGeom>
              <a:avLst/>
              <a:pathLst>
                <a:path w="0" h="611299">
                  <a:moveTo>
                    <a:pt x="0" y="61129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877196" y="5700249"/>
              <a:ext cx="0" cy="253785"/>
            </a:xfrm>
            <a:custGeom>
              <a:avLst/>
              <a:pathLst>
                <a:path w="0" h="253785">
                  <a:moveTo>
                    <a:pt x="0" y="0"/>
                  </a:moveTo>
                  <a:lnTo>
                    <a:pt x="0" y="25378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2800591" y="5276303"/>
              <a:ext cx="153211" cy="423946"/>
            </a:xfrm>
            <a:custGeom>
              <a:avLst/>
              <a:pathLst>
                <a:path w="153211" h="423946">
                  <a:moveTo>
                    <a:pt x="0" y="0"/>
                  </a:moveTo>
                  <a:lnTo>
                    <a:pt x="0" y="423946"/>
                  </a:lnTo>
                  <a:lnTo>
                    <a:pt x="153211" y="423946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800591" y="5465726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095660" y="4344645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122334" y="4592904"/>
              <a:ext cx="0" cy="546585"/>
            </a:xfrm>
            <a:custGeom>
              <a:avLst/>
              <a:pathLst>
                <a:path w="0" h="546585">
                  <a:moveTo>
                    <a:pt x="0" y="54658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122334" y="5548687"/>
              <a:ext cx="0" cy="178111"/>
            </a:xfrm>
            <a:custGeom>
              <a:avLst/>
              <a:pathLst>
                <a:path w="0" h="178111">
                  <a:moveTo>
                    <a:pt x="0" y="0"/>
                  </a:moveTo>
                  <a:lnTo>
                    <a:pt x="0" y="17811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045728" y="5139489"/>
              <a:ext cx="153211" cy="409197"/>
            </a:xfrm>
            <a:custGeom>
              <a:avLst/>
              <a:pathLst>
                <a:path w="153211" h="409197">
                  <a:moveTo>
                    <a:pt x="0" y="0"/>
                  </a:moveTo>
                  <a:lnTo>
                    <a:pt x="0" y="409197"/>
                  </a:lnTo>
                  <a:lnTo>
                    <a:pt x="153211" y="40919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045728" y="529471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285759" y="4729221"/>
              <a:ext cx="0" cy="446225"/>
            </a:xfrm>
            <a:custGeom>
              <a:avLst/>
              <a:pathLst>
                <a:path w="0" h="446225">
                  <a:moveTo>
                    <a:pt x="0" y="44622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285759" y="5534786"/>
              <a:ext cx="0" cy="213305"/>
            </a:xfrm>
            <a:custGeom>
              <a:avLst/>
              <a:pathLst>
                <a:path w="0" h="213305">
                  <a:moveTo>
                    <a:pt x="0" y="0"/>
                  </a:moveTo>
                  <a:lnTo>
                    <a:pt x="0" y="21330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209154" y="5175447"/>
              <a:ext cx="153211" cy="359338"/>
            </a:xfrm>
            <a:custGeom>
              <a:avLst/>
              <a:pathLst>
                <a:path w="153211" h="359338">
                  <a:moveTo>
                    <a:pt x="0" y="0"/>
                  </a:moveTo>
                  <a:lnTo>
                    <a:pt x="0" y="359338"/>
                  </a:lnTo>
                  <a:lnTo>
                    <a:pt x="153211" y="359338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3209154" y="537234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04223" y="5701774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3530897" y="5360371"/>
              <a:ext cx="0" cy="99786"/>
            </a:xfrm>
            <a:custGeom>
              <a:avLst/>
              <a:pathLst>
                <a:path w="0" h="99786">
                  <a:moveTo>
                    <a:pt x="0" y="9978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3530897" y="556523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454291" y="5460158"/>
              <a:ext cx="153211" cy="105079"/>
            </a:xfrm>
            <a:custGeom>
              <a:avLst/>
              <a:pathLst>
                <a:path w="153211" h="105079">
                  <a:moveTo>
                    <a:pt x="0" y="0"/>
                  </a:moveTo>
                  <a:lnTo>
                    <a:pt x="0" y="105079"/>
                  </a:lnTo>
                  <a:lnTo>
                    <a:pt x="153211" y="10507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454291" y="550212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667648" y="4981935"/>
              <a:ext cx="53347" cy="53347"/>
            </a:xfrm>
            <a:prstGeom prst="ellipse">
              <a:avLst/>
            </a:prstGeom>
            <a:solidFill>
              <a:srgbClr val="333333">
                <a:alpha val="69803"/>
              </a:srgbClr>
            </a:solidFill>
            <a:ln w="9000" cap="rnd">
              <a:solidFill>
                <a:srgbClr val="33333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694322" y="53830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694322" y="5565848"/>
              <a:ext cx="0" cy="171367"/>
            </a:xfrm>
            <a:custGeom>
              <a:avLst/>
              <a:pathLst>
                <a:path w="0" h="171367">
                  <a:moveTo>
                    <a:pt x="0" y="0"/>
                  </a:moveTo>
                  <a:lnTo>
                    <a:pt x="0" y="17136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3617717" y="5383032"/>
              <a:ext cx="153211" cy="182816"/>
            </a:xfrm>
            <a:custGeom>
              <a:avLst/>
              <a:pathLst>
                <a:path w="153211" h="182816">
                  <a:moveTo>
                    <a:pt x="0" y="0"/>
                  </a:moveTo>
                  <a:lnTo>
                    <a:pt x="0" y="182816"/>
                  </a:lnTo>
                  <a:lnTo>
                    <a:pt x="153211" y="182816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617717" y="5508283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916094" y="3734559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4069744" y="1075558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069744" y="2968732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069744" y="249112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069744" y="201350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069744" y="1535897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069744" y="320753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069744" y="272992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069744" y="2252314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069744" y="1774703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069744" y="1297091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314881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723444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132007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540570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949133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357696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766259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233169" y="3004505"/>
              <a:ext cx="0" cy="42364"/>
            </a:xfrm>
            <a:custGeom>
              <a:avLst/>
              <a:pathLst>
                <a:path w="0" h="42364">
                  <a:moveTo>
                    <a:pt x="0" y="4236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4233169" y="3103968"/>
              <a:ext cx="0" cy="14734"/>
            </a:xfrm>
            <a:custGeom>
              <a:avLst/>
              <a:pathLst>
                <a:path w="0" h="14734">
                  <a:moveTo>
                    <a:pt x="0" y="0"/>
                  </a:moveTo>
                  <a:lnTo>
                    <a:pt x="0" y="147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4156563" y="3046869"/>
              <a:ext cx="153211" cy="57098"/>
            </a:xfrm>
            <a:custGeom>
              <a:avLst/>
              <a:pathLst>
                <a:path w="153211" h="57098">
                  <a:moveTo>
                    <a:pt x="0" y="0"/>
                  </a:moveTo>
                  <a:lnTo>
                    <a:pt x="0" y="57098"/>
                  </a:lnTo>
                  <a:lnTo>
                    <a:pt x="153211" y="57098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4156563" y="3089234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4396594" y="2953831"/>
              <a:ext cx="0" cy="8811"/>
            </a:xfrm>
            <a:custGeom>
              <a:avLst/>
              <a:pathLst>
                <a:path w="0" h="8811">
                  <a:moveTo>
                    <a:pt x="0" y="8811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4396594" y="2977066"/>
              <a:ext cx="0" cy="5611"/>
            </a:xfrm>
            <a:custGeom>
              <a:avLst/>
              <a:pathLst>
                <a:path w="0" h="5611">
                  <a:moveTo>
                    <a:pt x="0" y="0"/>
                  </a:moveTo>
                  <a:lnTo>
                    <a:pt x="0" y="561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4319988" y="2962643"/>
              <a:ext cx="153211" cy="14423"/>
            </a:xfrm>
            <a:custGeom>
              <a:avLst/>
              <a:pathLst>
                <a:path w="153211" h="14423">
                  <a:moveTo>
                    <a:pt x="0" y="0"/>
                  </a:moveTo>
                  <a:lnTo>
                    <a:pt x="0" y="14423"/>
                  </a:lnTo>
                  <a:lnTo>
                    <a:pt x="153211" y="14423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319988" y="2971454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641732" y="2405771"/>
              <a:ext cx="0" cy="74053"/>
            </a:xfrm>
            <a:custGeom>
              <a:avLst/>
              <a:pathLst>
                <a:path w="0" h="74053">
                  <a:moveTo>
                    <a:pt x="0" y="7405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641732" y="3145842"/>
              <a:ext cx="0" cy="83952"/>
            </a:xfrm>
            <a:custGeom>
              <a:avLst/>
              <a:pathLst>
                <a:path w="0" h="83952">
                  <a:moveTo>
                    <a:pt x="0" y="0"/>
                  </a:moveTo>
                  <a:lnTo>
                    <a:pt x="0" y="8395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4565126" y="2479825"/>
              <a:ext cx="153211" cy="666017"/>
            </a:xfrm>
            <a:custGeom>
              <a:avLst/>
              <a:pathLst>
                <a:path w="153211" h="666017">
                  <a:moveTo>
                    <a:pt x="0" y="0"/>
                  </a:moveTo>
                  <a:lnTo>
                    <a:pt x="0" y="666017"/>
                  </a:lnTo>
                  <a:lnTo>
                    <a:pt x="153211" y="66601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565126" y="2865831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805157" y="2496852"/>
              <a:ext cx="0" cy="243152"/>
            </a:xfrm>
            <a:custGeom>
              <a:avLst/>
              <a:pathLst>
                <a:path w="0" h="243152">
                  <a:moveTo>
                    <a:pt x="0" y="24315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805157" y="3111180"/>
              <a:ext cx="0" cy="206399"/>
            </a:xfrm>
            <a:custGeom>
              <a:avLst/>
              <a:pathLst>
                <a:path w="0" h="206399">
                  <a:moveTo>
                    <a:pt x="0" y="0"/>
                  </a:moveTo>
                  <a:lnTo>
                    <a:pt x="0" y="2063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4728551" y="2740004"/>
              <a:ext cx="153211" cy="371176"/>
            </a:xfrm>
            <a:custGeom>
              <a:avLst/>
              <a:pathLst>
                <a:path w="153211" h="371176">
                  <a:moveTo>
                    <a:pt x="0" y="0"/>
                  </a:moveTo>
                  <a:lnTo>
                    <a:pt x="0" y="371176"/>
                  </a:lnTo>
                  <a:lnTo>
                    <a:pt x="153211" y="371176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728551" y="3023204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050295" y="1792183"/>
              <a:ext cx="0" cy="158089"/>
            </a:xfrm>
            <a:custGeom>
              <a:avLst/>
              <a:pathLst>
                <a:path w="0" h="158089">
                  <a:moveTo>
                    <a:pt x="0" y="15808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050295" y="3242260"/>
              <a:ext cx="0" cy="39594"/>
            </a:xfrm>
            <a:custGeom>
              <a:avLst/>
              <a:pathLst>
                <a:path w="0" h="39594">
                  <a:moveTo>
                    <a:pt x="0" y="0"/>
                  </a:moveTo>
                  <a:lnTo>
                    <a:pt x="0" y="3959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4973689" y="1950273"/>
              <a:ext cx="153211" cy="1291987"/>
            </a:xfrm>
            <a:custGeom>
              <a:avLst/>
              <a:pathLst>
                <a:path w="153211" h="1291987">
                  <a:moveTo>
                    <a:pt x="0" y="0"/>
                  </a:moveTo>
                  <a:lnTo>
                    <a:pt x="0" y="1291987"/>
                  </a:lnTo>
                  <a:lnTo>
                    <a:pt x="153211" y="129198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973689" y="214313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213720" y="1653294"/>
              <a:ext cx="0" cy="474172"/>
            </a:xfrm>
            <a:custGeom>
              <a:avLst/>
              <a:pathLst>
                <a:path w="0" h="474172">
                  <a:moveTo>
                    <a:pt x="0" y="4741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13720" y="3053508"/>
              <a:ext cx="0" cy="262256"/>
            </a:xfrm>
            <a:custGeom>
              <a:avLst/>
              <a:pathLst>
                <a:path w="0" h="262256">
                  <a:moveTo>
                    <a:pt x="0" y="0"/>
                  </a:moveTo>
                  <a:lnTo>
                    <a:pt x="0" y="26225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137114" y="2127467"/>
              <a:ext cx="153211" cy="926041"/>
            </a:xfrm>
            <a:custGeom>
              <a:avLst/>
              <a:pathLst>
                <a:path w="153211" h="926041">
                  <a:moveTo>
                    <a:pt x="0" y="0"/>
                  </a:moveTo>
                  <a:lnTo>
                    <a:pt x="0" y="926041"/>
                  </a:lnTo>
                  <a:lnTo>
                    <a:pt x="153211" y="92604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137114" y="2199968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458858" y="1491479"/>
              <a:ext cx="0" cy="383999"/>
            </a:xfrm>
            <a:custGeom>
              <a:avLst/>
              <a:pathLst>
                <a:path w="0" h="383999">
                  <a:moveTo>
                    <a:pt x="0" y="38399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458858" y="2492840"/>
              <a:ext cx="0" cy="71689"/>
            </a:xfrm>
            <a:custGeom>
              <a:avLst/>
              <a:pathLst>
                <a:path w="0" h="71689">
                  <a:moveTo>
                    <a:pt x="0" y="0"/>
                  </a:moveTo>
                  <a:lnTo>
                    <a:pt x="0" y="7168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382252" y="1875479"/>
              <a:ext cx="153211" cy="617361"/>
            </a:xfrm>
            <a:custGeom>
              <a:avLst/>
              <a:pathLst>
                <a:path w="153211" h="617361">
                  <a:moveTo>
                    <a:pt x="0" y="0"/>
                  </a:moveTo>
                  <a:lnTo>
                    <a:pt x="0" y="617361"/>
                  </a:lnTo>
                  <a:lnTo>
                    <a:pt x="153211" y="617361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382252" y="220164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622283" y="1182321"/>
              <a:ext cx="0" cy="157516"/>
            </a:xfrm>
            <a:custGeom>
              <a:avLst/>
              <a:pathLst>
                <a:path w="0" h="157516">
                  <a:moveTo>
                    <a:pt x="0" y="15751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622283" y="2474571"/>
              <a:ext cx="0" cy="119808"/>
            </a:xfrm>
            <a:custGeom>
              <a:avLst/>
              <a:pathLst>
                <a:path w="0" h="119808">
                  <a:moveTo>
                    <a:pt x="0" y="0"/>
                  </a:moveTo>
                  <a:lnTo>
                    <a:pt x="0" y="11980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677" y="1339837"/>
              <a:ext cx="153211" cy="1134734"/>
            </a:xfrm>
            <a:custGeom>
              <a:avLst/>
              <a:pathLst>
                <a:path w="153211" h="1134734">
                  <a:moveTo>
                    <a:pt x="0" y="0"/>
                  </a:moveTo>
                  <a:lnTo>
                    <a:pt x="0" y="1134734"/>
                  </a:lnTo>
                  <a:lnTo>
                    <a:pt x="153211" y="1134734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545677" y="183380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4069744" y="1075558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223393" y="1075558"/>
              <a:ext cx="2941653" cy="23487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223393" y="311652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223393" y="2439552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223393" y="1762584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7223393" y="108561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7223393" y="2778036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223393" y="2101068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223393" y="1424100"/>
              <a:ext cx="2941653" cy="0"/>
            </a:xfrm>
            <a:custGeom>
              <a:avLst/>
              <a:pathLst>
                <a:path w="2941653" h="0">
                  <a:moveTo>
                    <a:pt x="0" y="0"/>
                  </a:moveTo>
                  <a:lnTo>
                    <a:pt x="2941653" y="0"/>
                  </a:lnTo>
                  <a:lnTo>
                    <a:pt x="2941653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468531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7877094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285657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694220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102783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511346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9919909" y="1075558"/>
              <a:ext cx="0" cy="2348784"/>
            </a:xfrm>
            <a:custGeom>
              <a:avLst/>
              <a:pathLst>
                <a:path w="0" h="2348784">
                  <a:moveTo>
                    <a:pt x="0" y="234878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386819" y="2944435"/>
              <a:ext cx="0" cy="39247"/>
            </a:xfrm>
            <a:custGeom>
              <a:avLst/>
              <a:pathLst>
                <a:path w="0" h="39247">
                  <a:moveTo>
                    <a:pt x="0" y="3924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386819" y="3039600"/>
              <a:ext cx="0" cy="16670"/>
            </a:xfrm>
            <a:custGeom>
              <a:avLst/>
              <a:pathLst>
                <a:path w="0" h="16670">
                  <a:moveTo>
                    <a:pt x="0" y="0"/>
                  </a:moveTo>
                  <a:lnTo>
                    <a:pt x="0" y="1667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7310213" y="2983682"/>
              <a:ext cx="153211" cy="55917"/>
            </a:xfrm>
            <a:custGeom>
              <a:avLst/>
              <a:pathLst>
                <a:path w="153211" h="55917">
                  <a:moveTo>
                    <a:pt x="0" y="0"/>
                  </a:moveTo>
                  <a:lnTo>
                    <a:pt x="0" y="55917"/>
                  </a:lnTo>
                  <a:lnTo>
                    <a:pt x="153211" y="55917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7310213" y="3022929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7550244" y="2660650"/>
              <a:ext cx="0" cy="208286"/>
            </a:xfrm>
            <a:custGeom>
              <a:avLst/>
              <a:pathLst>
                <a:path w="0" h="208286">
                  <a:moveTo>
                    <a:pt x="0" y="20828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550244" y="3132006"/>
              <a:ext cx="0" cy="54783"/>
            </a:xfrm>
            <a:custGeom>
              <a:avLst/>
              <a:pathLst>
                <a:path w="0" h="54783">
                  <a:moveTo>
                    <a:pt x="0" y="0"/>
                  </a:moveTo>
                  <a:lnTo>
                    <a:pt x="0" y="5478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7473638" y="2868936"/>
              <a:ext cx="153211" cy="263069"/>
            </a:xfrm>
            <a:custGeom>
              <a:avLst/>
              <a:pathLst>
                <a:path w="153211" h="263069">
                  <a:moveTo>
                    <a:pt x="0" y="0"/>
                  </a:moveTo>
                  <a:lnTo>
                    <a:pt x="0" y="263069"/>
                  </a:lnTo>
                  <a:lnTo>
                    <a:pt x="153211" y="26306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7473638" y="307722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795382" y="2845225"/>
              <a:ext cx="0" cy="76937"/>
            </a:xfrm>
            <a:custGeom>
              <a:avLst/>
              <a:pathLst>
                <a:path w="0" h="76937">
                  <a:moveTo>
                    <a:pt x="0" y="7693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795382" y="3100298"/>
              <a:ext cx="0" cy="61307"/>
            </a:xfrm>
            <a:custGeom>
              <a:avLst/>
              <a:pathLst>
                <a:path w="0" h="61307">
                  <a:moveTo>
                    <a:pt x="0" y="0"/>
                  </a:moveTo>
                  <a:lnTo>
                    <a:pt x="0" y="6130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7718776" y="2922163"/>
              <a:ext cx="153211" cy="178135"/>
            </a:xfrm>
            <a:custGeom>
              <a:avLst/>
              <a:pathLst>
                <a:path w="153211" h="178135">
                  <a:moveTo>
                    <a:pt x="0" y="0"/>
                  </a:moveTo>
                  <a:lnTo>
                    <a:pt x="0" y="178135"/>
                  </a:lnTo>
                  <a:lnTo>
                    <a:pt x="153211" y="178135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7718776" y="305017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958807" y="2677608"/>
              <a:ext cx="0" cy="229179"/>
            </a:xfrm>
            <a:custGeom>
              <a:avLst/>
              <a:pathLst>
                <a:path w="0" h="229179">
                  <a:moveTo>
                    <a:pt x="0" y="22917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958807" y="3208588"/>
              <a:ext cx="0" cy="10797"/>
            </a:xfrm>
            <a:custGeom>
              <a:avLst/>
              <a:pathLst>
                <a:path w="0" h="10797">
                  <a:moveTo>
                    <a:pt x="0" y="0"/>
                  </a:moveTo>
                  <a:lnTo>
                    <a:pt x="0" y="1079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7882201" y="2906787"/>
              <a:ext cx="153211" cy="301800"/>
            </a:xfrm>
            <a:custGeom>
              <a:avLst/>
              <a:pathLst>
                <a:path w="153211" h="301800">
                  <a:moveTo>
                    <a:pt x="0" y="0"/>
                  </a:moveTo>
                  <a:lnTo>
                    <a:pt x="0" y="301800"/>
                  </a:lnTo>
                  <a:lnTo>
                    <a:pt x="153211" y="301800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7882201" y="300250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203945" y="2529961"/>
              <a:ext cx="0" cy="138118"/>
            </a:xfrm>
            <a:custGeom>
              <a:avLst/>
              <a:pathLst>
                <a:path w="0" h="138118">
                  <a:moveTo>
                    <a:pt x="0" y="1381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203945" y="3105579"/>
              <a:ext cx="0" cy="97999"/>
            </a:xfrm>
            <a:custGeom>
              <a:avLst/>
              <a:pathLst>
                <a:path w="0" h="97999">
                  <a:moveTo>
                    <a:pt x="0" y="0"/>
                  </a:moveTo>
                  <a:lnTo>
                    <a:pt x="0" y="979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8127339" y="2668080"/>
              <a:ext cx="153211" cy="437499"/>
            </a:xfrm>
            <a:custGeom>
              <a:avLst/>
              <a:pathLst>
                <a:path w="153211" h="437499">
                  <a:moveTo>
                    <a:pt x="0" y="0"/>
                  </a:moveTo>
                  <a:lnTo>
                    <a:pt x="0" y="437499"/>
                  </a:lnTo>
                  <a:lnTo>
                    <a:pt x="153211" y="437499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127339" y="281951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367370" y="2232061"/>
              <a:ext cx="0" cy="334963"/>
            </a:xfrm>
            <a:custGeom>
              <a:avLst/>
              <a:pathLst>
                <a:path w="0" h="334963">
                  <a:moveTo>
                    <a:pt x="0" y="33496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367370" y="3108278"/>
              <a:ext cx="0" cy="168311"/>
            </a:xfrm>
            <a:custGeom>
              <a:avLst/>
              <a:pathLst>
                <a:path w="0" h="168311">
                  <a:moveTo>
                    <a:pt x="0" y="0"/>
                  </a:moveTo>
                  <a:lnTo>
                    <a:pt x="0" y="16831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8290764" y="2567025"/>
              <a:ext cx="153211" cy="541252"/>
            </a:xfrm>
            <a:custGeom>
              <a:avLst/>
              <a:pathLst>
                <a:path w="153211" h="541252">
                  <a:moveTo>
                    <a:pt x="0" y="0"/>
                  </a:moveTo>
                  <a:lnTo>
                    <a:pt x="0" y="541252"/>
                  </a:lnTo>
                  <a:lnTo>
                    <a:pt x="153211" y="54125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290764" y="2836662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8612508" y="1473282"/>
              <a:ext cx="0" cy="620102"/>
            </a:xfrm>
            <a:custGeom>
              <a:avLst/>
              <a:pathLst>
                <a:path w="0" h="620102">
                  <a:moveTo>
                    <a:pt x="0" y="62010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8612508" y="2902260"/>
              <a:ext cx="0" cy="415319"/>
            </a:xfrm>
            <a:custGeom>
              <a:avLst/>
              <a:pathLst>
                <a:path w="0" h="415319">
                  <a:moveTo>
                    <a:pt x="0" y="0"/>
                  </a:moveTo>
                  <a:lnTo>
                    <a:pt x="0" y="41531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8535902" y="2093384"/>
              <a:ext cx="153211" cy="808875"/>
            </a:xfrm>
            <a:custGeom>
              <a:avLst/>
              <a:pathLst>
                <a:path w="153211" h="808875">
                  <a:moveTo>
                    <a:pt x="0" y="0"/>
                  </a:moveTo>
                  <a:lnTo>
                    <a:pt x="0" y="808875"/>
                  </a:lnTo>
                  <a:lnTo>
                    <a:pt x="153211" y="808875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8535902" y="250450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8775933" y="1501240"/>
              <a:ext cx="0" cy="900232"/>
            </a:xfrm>
            <a:custGeom>
              <a:avLst/>
              <a:pathLst>
                <a:path w="0" h="900232">
                  <a:moveTo>
                    <a:pt x="0" y="90023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8775933" y="3298557"/>
              <a:ext cx="0" cy="3249"/>
            </a:xfrm>
            <a:custGeom>
              <a:avLst/>
              <a:pathLst>
                <a:path w="0" h="3249">
                  <a:moveTo>
                    <a:pt x="0" y="0"/>
                  </a:moveTo>
                  <a:lnTo>
                    <a:pt x="0" y="324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8699327" y="2401473"/>
              <a:ext cx="153211" cy="897084"/>
            </a:xfrm>
            <a:custGeom>
              <a:avLst/>
              <a:pathLst>
                <a:path w="153211" h="897084">
                  <a:moveTo>
                    <a:pt x="0" y="0"/>
                  </a:moveTo>
                  <a:lnTo>
                    <a:pt x="0" y="897084"/>
                  </a:lnTo>
                  <a:lnTo>
                    <a:pt x="153211" y="897084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699327" y="2594510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9021071" y="1182321"/>
              <a:ext cx="0" cy="409616"/>
            </a:xfrm>
            <a:custGeom>
              <a:avLst/>
              <a:pathLst>
                <a:path w="0" h="409616">
                  <a:moveTo>
                    <a:pt x="0" y="40961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9021071" y="2794080"/>
              <a:ext cx="0" cy="168937"/>
            </a:xfrm>
            <a:custGeom>
              <a:avLst/>
              <a:pathLst>
                <a:path w="0" h="168937">
                  <a:moveTo>
                    <a:pt x="0" y="0"/>
                  </a:moveTo>
                  <a:lnTo>
                    <a:pt x="0" y="16893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8944465" y="1591937"/>
              <a:ext cx="153211" cy="1202143"/>
            </a:xfrm>
            <a:custGeom>
              <a:avLst/>
              <a:pathLst>
                <a:path w="153211" h="1202143">
                  <a:moveTo>
                    <a:pt x="0" y="0"/>
                  </a:moveTo>
                  <a:lnTo>
                    <a:pt x="0" y="1202143"/>
                  </a:lnTo>
                  <a:lnTo>
                    <a:pt x="153211" y="1202143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8944465" y="2480407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9184496" y="1320896"/>
              <a:ext cx="0" cy="601943"/>
            </a:xfrm>
            <a:custGeom>
              <a:avLst/>
              <a:pathLst>
                <a:path w="0" h="601943">
                  <a:moveTo>
                    <a:pt x="0" y="60194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9184496" y="2767882"/>
              <a:ext cx="0" cy="310288"/>
            </a:xfrm>
            <a:custGeom>
              <a:avLst/>
              <a:pathLst>
                <a:path w="0" h="310288">
                  <a:moveTo>
                    <a:pt x="0" y="0"/>
                  </a:moveTo>
                  <a:lnTo>
                    <a:pt x="0" y="31028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9107890" y="1922839"/>
              <a:ext cx="153211" cy="845042"/>
            </a:xfrm>
            <a:custGeom>
              <a:avLst/>
              <a:pathLst>
                <a:path w="153211" h="845042">
                  <a:moveTo>
                    <a:pt x="0" y="0"/>
                  </a:moveTo>
                  <a:lnTo>
                    <a:pt x="0" y="845042"/>
                  </a:lnTo>
                  <a:lnTo>
                    <a:pt x="153211" y="845042"/>
                  </a:lnTo>
                  <a:lnTo>
                    <a:pt x="153211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9107890" y="2556126"/>
              <a:ext cx="153211" cy="0"/>
            </a:xfrm>
            <a:custGeom>
              <a:avLst/>
              <a:pathLst>
                <a:path w="153211" h="0">
                  <a:moveTo>
                    <a:pt x="0" y="0"/>
                  </a:moveTo>
                  <a:lnTo>
                    <a:pt x="153211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9511346" y="2354796"/>
              <a:ext cx="0" cy="114136"/>
            </a:xfrm>
            <a:custGeom>
              <a:avLst/>
              <a:pathLst>
                <a:path w="0" h="114136">
                  <a:moveTo>
                    <a:pt x="0" y="11413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9511346" y="2589094"/>
              <a:ext cx="0" cy="6025"/>
            </a:xfrm>
            <a:custGeom>
              <a:avLst/>
              <a:pathLst>
                <a:path w="0" h="6025">
                  <a:moveTo>
                    <a:pt x="0" y="0"/>
                  </a:moveTo>
                  <a:lnTo>
                    <a:pt x="0" y="602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9358135" y="2468932"/>
              <a:ext cx="306422" cy="120161"/>
            </a:xfrm>
            <a:custGeom>
              <a:avLst/>
              <a:pathLst>
                <a:path w="306422" h="120161">
                  <a:moveTo>
                    <a:pt x="0" y="0"/>
                  </a:moveTo>
                  <a:lnTo>
                    <a:pt x="0" y="120161"/>
                  </a:lnTo>
                  <a:lnTo>
                    <a:pt x="306422" y="120161"/>
                  </a:lnTo>
                  <a:lnTo>
                    <a:pt x="306422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9358135" y="2583069"/>
              <a:ext cx="306422" cy="0"/>
            </a:xfrm>
            <a:custGeom>
              <a:avLst/>
              <a:pathLst>
                <a:path w="306422" h="0">
                  <a:moveTo>
                    <a:pt x="0" y="0"/>
                  </a:moveTo>
                  <a:lnTo>
                    <a:pt x="306422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7223393" y="1075558"/>
              <a:ext cx="2941653" cy="2348784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916094" y="3500258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2312443" y="3573792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234" name="rc234"/>
            <p:cNvSpPr/>
            <p:nvPr/>
          </p:nvSpPr>
          <p:spPr>
            <a:xfrm>
              <a:off x="916094" y="841256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tx235"/>
            <p:cNvSpPr/>
            <p:nvPr/>
          </p:nvSpPr>
          <p:spPr>
            <a:xfrm>
              <a:off x="2312443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236" name="rc236"/>
            <p:cNvSpPr/>
            <p:nvPr/>
          </p:nvSpPr>
          <p:spPr>
            <a:xfrm>
              <a:off x="4069744" y="841256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tx237"/>
            <p:cNvSpPr/>
            <p:nvPr/>
          </p:nvSpPr>
          <p:spPr>
            <a:xfrm>
              <a:off x="5466093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238" name="rc238"/>
            <p:cNvSpPr/>
            <p:nvPr/>
          </p:nvSpPr>
          <p:spPr>
            <a:xfrm>
              <a:off x="7223393" y="841256"/>
              <a:ext cx="2941653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8619742" y="914790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240" name="pl240"/>
            <p:cNvSpPr/>
            <p:nvPr/>
          </p:nvSpPr>
          <p:spPr>
            <a:xfrm>
              <a:off x="1161232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1569795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1978358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2386921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2795484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3204047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612610" y="6083344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tx247"/>
            <p:cNvSpPr/>
            <p:nvPr/>
          </p:nvSpPr>
          <p:spPr>
            <a:xfrm>
              <a:off x="1127353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535916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1944479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2353042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2761605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3170168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3578731" y="615166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54" name="pl254"/>
            <p:cNvSpPr/>
            <p:nvPr/>
          </p:nvSpPr>
          <p:spPr>
            <a:xfrm>
              <a:off x="431488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472344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13200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540570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949133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6357696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6766259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tx261"/>
            <p:cNvSpPr/>
            <p:nvPr/>
          </p:nvSpPr>
          <p:spPr>
            <a:xfrm>
              <a:off x="4281003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468956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509812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550669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5915255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6323818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6732381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68" name="pl268"/>
            <p:cNvSpPr/>
            <p:nvPr/>
          </p:nvSpPr>
          <p:spPr>
            <a:xfrm>
              <a:off x="746853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7709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828565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8694220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9102783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9511346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9919909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tx275"/>
            <p:cNvSpPr/>
            <p:nvPr/>
          </p:nvSpPr>
          <p:spPr>
            <a:xfrm>
              <a:off x="7434653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784321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825177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866034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9068905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9477468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9886031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7087313" y="273441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7087313" y="205745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7087313" y="138048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5" name="pl285"/>
            <p:cNvSpPr/>
            <p:nvPr/>
          </p:nvSpPr>
          <p:spPr>
            <a:xfrm>
              <a:off x="7185436" y="277803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185436" y="210106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185436" y="142410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tx288"/>
            <p:cNvSpPr/>
            <p:nvPr/>
          </p:nvSpPr>
          <p:spPr>
            <a:xfrm>
              <a:off x="3933663" y="316392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3933663" y="268630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3933663" y="220869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3933663" y="173108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3933663" y="125347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93" name="pl293"/>
            <p:cNvSpPr/>
            <p:nvPr/>
          </p:nvSpPr>
          <p:spPr>
            <a:xfrm>
              <a:off x="4031786" y="32075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031786" y="272992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4031786" y="225231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4031786" y="177470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4031786" y="129709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tx298"/>
            <p:cNvSpPr/>
            <p:nvPr/>
          </p:nvSpPr>
          <p:spPr>
            <a:xfrm>
              <a:off x="780013" y="2867713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780013" y="228115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712256" y="169459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712256" y="1108042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302" name="pl302"/>
            <p:cNvSpPr/>
            <p:nvPr/>
          </p:nvSpPr>
          <p:spPr>
            <a:xfrm>
              <a:off x="878136" y="29113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878136" y="232477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878136" y="173821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878136" y="115165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6"/>
            <p:cNvSpPr/>
            <p:nvPr/>
          </p:nvSpPr>
          <p:spPr>
            <a:xfrm>
              <a:off x="780013" y="599895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780013" y="5387938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80013" y="477692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780013" y="4165904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10" name="pl310"/>
            <p:cNvSpPr/>
            <p:nvPr/>
          </p:nvSpPr>
          <p:spPr>
            <a:xfrm>
              <a:off x="878136" y="604257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878136" y="543155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878136" y="48205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878136" y="42095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tx314"/>
            <p:cNvSpPr/>
            <p:nvPr/>
          </p:nvSpPr>
          <p:spPr>
            <a:xfrm>
              <a:off x="4676462" y="6302463"/>
              <a:ext cx="172821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 order (bottom to top)</a:t>
              </a:r>
            </a:p>
          </p:txBody>
        </p:sp>
        <p:sp>
          <p:nvSpPr>
            <p:cNvPr id="315" name="tx315"/>
            <p:cNvSpPr/>
            <p:nvPr/>
          </p:nvSpPr>
          <p:spPr>
            <a:xfrm rot="-5400000">
              <a:off x="-166263" y="3524861"/>
              <a:ext cx="150793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316" name="rc316"/>
            <p:cNvSpPr/>
            <p:nvPr/>
          </p:nvSpPr>
          <p:spPr>
            <a:xfrm>
              <a:off x="4492791" y="6595477"/>
              <a:ext cx="2095559" cy="371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tx317"/>
            <p:cNvSpPr/>
            <p:nvPr/>
          </p:nvSpPr>
          <p:spPr>
            <a:xfrm>
              <a:off x="4568706" y="6726531"/>
              <a:ext cx="46305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318" name="rc318"/>
            <p:cNvSpPr/>
            <p:nvPr/>
          </p:nvSpPr>
          <p:spPr>
            <a:xfrm>
              <a:off x="5107673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5217401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5217401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5135105" y="6726256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5135105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217401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5217401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5851395" y="667139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5961123" y="683598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5961123" y="669333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5878827" y="6726256"/>
              <a:ext cx="164591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5878827" y="678112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5961123" y="686890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961123" y="66933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2" name="tx332"/>
            <p:cNvSpPr/>
            <p:nvPr/>
          </p:nvSpPr>
          <p:spPr>
            <a:xfrm>
              <a:off x="5403045" y="6737503"/>
              <a:ext cx="37243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6146766" y="6737503"/>
              <a:ext cx="36566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916094" y="596085"/>
              <a:ext cx="3180374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by leaf position (V2-V5)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360012" y="457200"/>
            <a:ext cx="7978140" cy="6648450"/>
            <a:chOff x="1360012" y="457200"/>
            <a:chExt cx="7978140" cy="6648450"/>
          </a:xfrm>
        </p:grpSpPr>
        <p:sp>
          <p:nvSpPr>
            <p:cNvPr id="3" name="rc3"/>
            <p:cNvSpPr/>
            <p:nvPr/>
          </p:nvSpPr>
          <p:spPr>
            <a:xfrm>
              <a:off x="1360011" y="457200"/>
              <a:ext cx="7978139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60011" y="457200"/>
              <a:ext cx="7978139" cy="66484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80862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80862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80862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80862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862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780862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80862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780862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780862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8254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05200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22146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882540" y="2412891"/>
              <a:ext cx="0" cy="9482"/>
            </a:xfrm>
            <a:custGeom>
              <a:avLst/>
              <a:pathLst>
                <a:path w="0" h="9482">
                  <a:moveTo>
                    <a:pt x="0" y="948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882540" y="2440807"/>
              <a:ext cx="0" cy="8950"/>
            </a:xfrm>
            <a:custGeom>
              <a:avLst/>
              <a:pathLst>
                <a:path w="0" h="8950">
                  <a:moveTo>
                    <a:pt x="0" y="0"/>
                  </a:moveTo>
                  <a:lnTo>
                    <a:pt x="0" y="895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818991" y="2422374"/>
              <a:ext cx="127097" cy="18432"/>
            </a:xfrm>
            <a:custGeom>
              <a:avLst/>
              <a:pathLst>
                <a:path w="127097" h="18432">
                  <a:moveTo>
                    <a:pt x="0" y="0"/>
                  </a:moveTo>
                  <a:lnTo>
                    <a:pt x="0" y="18432"/>
                  </a:lnTo>
                  <a:lnTo>
                    <a:pt x="127097" y="18432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18991" y="243185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52002" y="2199003"/>
              <a:ext cx="0" cy="2304"/>
            </a:xfrm>
            <a:custGeom>
              <a:avLst/>
              <a:pathLst>
                <a:path w="0" h="2304">
                  <a:moveTo>
                    <a:pt x="0" y="23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2002" y="2206015"/>
              <a:ext cx="0" cy="2403"/>
            </a:xfrm>
            <a:custGeom>
              <a:avLst/>
              <a:pathLst>
                <a:path w="0" h="2403">
                  <a:moveTo>
                    <a:pt x="0" y="0"/>
                  </a:moveTo>
                  <a:lnTo>
                    <a:pt x="0" y="2403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988454" y="2201307"/>
              <a:ext cx="127097" cy="4707"/>
            </a:xfrm>
            <a:custGeom>
              <a:avLst/>
              <a:pathLst>
                <a:path w="127097" h="4707">
                  <a:moveTo>
                    <a:pt x="0" y="0"/>
                  </a:moveTo>
                  <a:lnTo>
                    <a:pt x="0" y="4707"/>
                  </a:lnTo>
                  <a:lnTo>
                    <a:pt x="127097" y="4707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88454" y="2203611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221465" y="2158110"/>
              <a:ext cx="0" cy="16112"/>
            </a:xfrm>
            <a:custGeom>
              <a:avLst/>
              <a:pathLst>
                <a:path w="0" h="16112">
                  <a:moveTo>
                    <a:pt x="0" y="161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221465" y="2211740"/>
              <a:ext cx="0" cy="21405"/>
            </a:xfrm>
            <a:custGeom>
              <a:avLst/>
              <a:pathLst>
                <a:path w="0" h="21405">
                  <a:moveTo>
                    <a:pt x="0" y="0"/>
                  </a:moveTo>
                  <a:lnTo>
                    <a:pt x="0" y="2140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157917" y="2174222"/>
              <a:ext cx="127097" cy="37517"/>
            </a:xfrm>
            <a:custGeom>
              <a:avLst/>
              <a:pathLst>
                <a:path w="127097" h="37517">
                  <a:moveTo>
                    <a:pt x="0" y="0"/>
                  </a:moveTo>
                  <a:lnTo>
                    <a:pt x="0" y="37517"/>
                  </a:lnTo>
                  <a:lnTo>
                    <a:pt x="127097" y="37517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157917" y="2190335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780862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780862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780862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780862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80862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780862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80862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80862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80862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80862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80862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88254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05200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22146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882540" y="3686252"/>
              <a:ext cx="0" cy="43222"/>
            </a:xfrm>
            <a:custGeom>
              <a:avLst/>
              <a:pathLst>
                <a:path w="0" h="43222">
                  <a:moveTo>
                    <a:pt x="0" y="432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882540" y="3785641"/>
              <a:ext cx="0" cy="12943"/>
            </a:xfrm>
            <a:custGeom>
              <a:avLst/>
              <a:pathLst>
                <a:path w="0" h="12943">
                  <a:moveTo>
                    <a:pt x="0" y="0"/>
                  </a:moveTo>
                  <a:lnTo>
                    <a:pt x="0" y="1294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18991" y="3729475"/>
              <a:ext cx="127097" cy="56166"/>
            </a:xfrm>
            <a:custGeom>
              <a:avLst/>
              <a:pathLst>
                <a:path w="127097" h="56166">
                  <a:moveTo>
                    <a:pt x="0" y="0"/>
                  </a:moveTo>
                  <a:lnTo>
                    <a:pt x="0" y="56166"/>
                  </a:lnTo>
                  <a:lnTo>
                    <a:pt x="127097" y="56166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18991" y="377269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052002" y="3332365"/>
              <a:ext cx="0" cy="148"/>
            </a:xfrm>
            <a:custGeom>
              <a:avLst/>
              <a:pathLst>
                <a:path w="0" h="148">
                  <a:moveTo>
                    <a:pt x="0" y="1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052002" y="3415865"/>
              <a:ext cx="0" cy="83202"/>
            </a:xfrm>
            <a:custGeom>
              <a:avLst/>
              <a:pathLst>
                <a:path w="0" h="83202">
                  <a:moveTo>
                    <a:pt x="0" y="0"/>
                  </a:moveTo>
                  <a:lnTo>
                    <a:pt x="0" y="83202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1988454" y="3332514"/>
              <a:ext cx="127097" cy="83350"/>
            </a:xfrm>
            <a:custGeom>
              <a:avLst/>
              <a:pathLst>
                <a:path w="127097" h="83350">
                  <a:moveTo>
                    <a:pt x="0" y="0"/>
                  </a:moveTo>
                  <a:lnTo>
                    <a:pt x="0" y="83350"/>
                  </a:lnTo>
                  <a:lnTo>
                    <a:pt x="127097" y="83350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988454" y="3332662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780862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780862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780862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780862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780862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780862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780862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780862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780862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88254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05200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22146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882540" y="5113629"/>
              <a:ext cx="0" cy="20366"/>
            </a:xfrm>
            <a:custGeom>
              <a:avLst/>
              <a:pathLst>
                <a:path w="0" h="20366">
                  <a:moveTo>
                    <a:pt x="0" y="203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882540" y="5156431"/>
              <a:ext cx="0" cy="2068"/>
            </a:xfrm>
            <a:custGeom>
              <a:avLst/>
              <a:pathLst>
                <a:path w="0" h="2068">
                  <a:moveTo>
                    <a:pt x="0" y="0"/>
                  </a:moveTo>
                  <a:lnTo>
                    <a:pt x="0" y="2068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1818991" y="5133996"/>
              <a:ext cx="127097" cy="22435"/>
            </a:xfrm>
            <a:custGeom>
              <a:avLst/>
              <a:pathLst>
                <a:path w="127097" h="22435">
                  <a:moveTo>
                    <a:pt x="0" y="0"/>
                  </a:moveTo>
                  <a:lnTo>
                    <a:pt x="0" y="22435"/>
                  </a:lnTo>
                  <a:lnTo>
                    <a:pt x="127097" y="22435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18991" y="5154363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052002" y="4994759"/>
              <a:ext cx="0" cy="50194"/>
            </a:xfrm>
            <a:custGeom>
              <a:avLst/>
              <a:pathLst>
                <a:path w="0" h="50194">
                  <a:moveTo>
                    <a:pt x="0" y="501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052002" y="5095455"/>
              <a:ext cx="0" cy="306"/>
            </a:xfrm>
            <a:custGeom>
              <a:avLst/>
              <a:pathLst>
                <a:path w="0" h="306">
                  <a:moveTo>
                    <a:pt x="0" y="0"/>
                  </a:moveTo>
                  <a:lnTo>
                    <a:pt x="0" y="306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1988454" y="5044954"/>
              <a:ext cx="127097" cy="50500"/>
            </a:xfrm>
            <a:custGeom>
              <a:avLst/>
              <a:pathLst>
                <a:path w="127097" h="50500">
                  <a:moveTo>
                    <a:pt x="0" y="0"/>
                  </a:moveTo>
                  <a:lnTo>
                    <a:pt x="0" y="50500"/>
                  </a:lnTo>
                  <a:lnTo>
                    <a:pt x="127097" y="50500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1988454" y="5095149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221465" y="4979496"/>
              <a:ext cx="0" cy="13238"/>
            </a:xfrm>
            <a:custGeom>
              <a:avLst/>
              <a:pathLst>
                <a:path w="0" h="13238">
                  <a:moveTo>
                    <a:pt x="0" y="132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221465" y="5019210"/>
              <a:ext cx="0" cy="13238"/>
            </a:xfrm>
            <a:custGeom>
              <a:avLst/>
              <a:pathLst>
                <a:path w="0" h="13238">
                  <a:moveTo>
                    <a:pt x="0" y="0"/>
                  </a:moveTo>
                  <a:lnTo>
                    <a:pt x="0" y="13238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157917" y="4992734"/>
              <a:ext cx="127097" cy="26476"/>
            </a:xfrm>
            <a:custGeom>
              <a:avLst/>
              <a:pathLst>
                <a:path w="127097" h="26476">
                  <a:moveTo>
                    <a:pt x="0" y="0"/>
                  </a:moveTo>
                  <a:lnTo>
                    <a:pt x="0" y="26476"/>
                  </a:lnTo>
                  <a:lnTo>
                    <a:pt x="127097" y="26476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157917" y="5005972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780862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1780862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780862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780862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780862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780862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1780862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780862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780862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780862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188254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05200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22146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882540" y="6453268"/>
              <a:ext cx="0" cy="519"/>
            </a:xfrm>
            <a:custGeom>
              <a:avLst/>
              <a:pathLst>
                <a:path w="0" h="519">
                  <a:moveTo>
                    <a:pt x="0" y="51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1882540" y="6454827"/>
              <a:ext cx="0" cy="519"/>
            </a:xfrm>
            <a:custGeom>
              <a:avLst/>
              <a:pathLst>
                <a:path w="0" h="519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1818991" y="6453788"/>
              <a:ext cx="127097" cy="1039"/>
            </a:xfrm>
            <a:custGeom>
              <a:avLst/>
              <a:pathLst>
                <a:path w="127097" h="1039">
                  <a:moveTo>
                    <a:pt x="0" y="0"/>
                  </a:moveTo>
                  <a:lnTo>
                    <a:pt x="0" y="1039"/>
                  </a:lnTo>
                  <a:lnTo>
                    <a:pt x="127097" y="1039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818991" y="645430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052002" y="6129712"/>
              <a:ext cx="0" cy="6328"/>
            </a:xfrm>
            <a:custGeom>
              <a:avLst/>
              <a:pathLst>
                <a:path w="0" h="6328">
                  <a:moveTo>
                    <a:pt x="0" y="63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052002" y="6148698"/>
              <a:ext cx="0" cy="6328"/>
            </a:xfrm>
            <a:custGeom>
              <a:avLst/>
              <a:pathLst>
                <a:path w="0" h="6328">
                  <a:moveTo>
                    <a:pt x="0" y="0"/>
                  </a:moveTo>
                  <a:lnTo>
                    <a:pt x="0" y="6328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1988454" y="6136041"/>
              <a:ext cx="127097" cy="12656"/>
            </a:xfrm>
            <a:custGeom>
              <a:avLst/>
              <a:pathLst>
                <a:path w="127097" h="12656">
                  <a:moveTo>
                    <a:pt x="0" y="0"/>
                  </a:moveTo>
                  <a:lnTo>
                    <a:pt x="0" y="12656"/>
                  </a:lnTo>
                  <a:lnTo>
                    <a:pt x="127097" y="12656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1988454" y="6142369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1780862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392732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392732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392732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392732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392732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392732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392732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392732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392732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47020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259931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272842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285754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470200" y="2088829"/>
              <a:ext cx="0" cy="36654"/>
            </a:xfrm>
            <a:custGeom>
              <a:avLst/>
              <a:pathLst>
                <a:path w="0" h="36654">
                  <a:moveTo>
                    <a:pt x="0" y="366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2470200" y="2185212"/>
              <a:ext cx="0" cy="23074"/>
            </a:xfrm>
            <a:custGeom>
              <a:avLst/>
              <a:pathLst>
                <a:path w="0" h="23074">
                  <a:moveTo>
                    <a:pt x="0" y="0"/>
                  </a:moveTo>
                  <a:lnTo>
                    <a:pt x="0" y="2307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421783" y="2125483"/>
              <a:ext cx="96835" cy="59728"/>
            </a:xfrm>
            <a:custGeom>
              <a:avLst/>
              <a:pathLst>
                <a:path w="96835" h="59728">
                  <a:moveTo>
                    <a:pt x="0" y="0"/>
                  </a:moveTo>
                  <a:lnTo>
                    <a:pt x="0" y="59728"/>
                  </a:lnTo>
                  <a:lnTo>
                    <a:pt x="96835" y="5972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421783" y="2162137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2599315" y="1686501"/>
              <a:ext cx="0" cy="20371"/>
            </a:xfrm>
            <a:custGeom>
              <a:avLst/>
              <a:pathLst>
                <a:path w="0" h="20371">
                  <a:moveTo>
                    <a:pt x="0" y="203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599315" y="1766078"/>
              <a:ext cx="0" cy="38833"/>
            </a:xfrm>
            <a:custGeom>
              <a:avLst/>
              <a:pathLst>
                <a:path w="0" h="38833">
                  <a:moveTo>
                    <a:pt x="0" y="0"/>
                  </a:moveTo>
                  <a:lnTo>
                    <a:pt x="0" y="38833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2550897" y="1706873"/>
              <a:ext cx="96835" cy="59205"/>
            </a:xfrm>
            <a:custGeom>
              <a:avLst/>
              <a:pathLst>
                <a:path w="96835" h="59205">
                  <a:moveTo>
                    <a:pt x="0" y="0"/>
                  </a:moveTo>
                  <a:lnTo>
                    <a:pt x="0" y="59205"/>
                  </a:lnTo>
                  <a:lnTo>
                    <a:pt x="96835" y="59205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550897" y="1727244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392732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392732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392732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392732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392732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392732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392732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392732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392732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392732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392732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47020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59931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72842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85754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470200" y="3805638"/>
              <a:ext cx="0" cy="3404"/>
            </a:xfrm>
            <a:custGeom>
              <a:avLst/>
              <a:pathLst>
                <a:path w="0" h="3404">
                  <a:moveTo>
                    <a:pt x="0" y="34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470200" y="3820243"/>
              <a:ext cx="0" cy="7795"/>
            </a:xfrm>
            <a:custGeom>
              <a:avLst/>
              <a:pathLst>
                <a:path w="0" h="7795">
                  <a:moveTo>
                    <a:pt x="0" y="0"/>
                  </a:moveTo>
                  <a:lnTo>
                    <a:pt x="0" y="7795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421783" y="3809042"/>
              <a:ext cx="96835" cy="11200"/>
            </a:xfrm>
            <a:custGeom>
              <a:avLst/>
              <a:pathLst>
                <a:path w="96835" h="11200">
                  <a:moveTo>
                    <a:pt x="0" y="0"/>
                  </a:moveTo>
                  <a:lnTo>
                    <a:pt x="0" y="11200"/>
                  </a:lnTo>
                  <a:lnTo>
                    <a:pt x="96835" y="1120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421783" y="3812447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599315" y="2985207"/>
              <a:ext cx="0" cy="14024"/>
            </a:xfrm>
            <a:custGeom>
              <a:avLst/>
              <a:pathLst>
                <a:path w="0" h="14024">
                  <a:moveTo>
                    <a:pt x="0" y="140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599315" y="3043954"/>
              <a:ext cx="0" cy="30697"/>
            </a:xfrm>
            <a:custGeom>
              <a:avLst/>
              <a:pathLst>
                <a:path w="0" h="30697">
                  <a:moveTo>
                    <a:pt x="0" y="0"/>
                  </a:moveTo>
                  <a:lnTo>
                    <a:pt x="0" y="30697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550897" y="2999231"/>
              <a:ext cx="96835" cy="44722"/>
            </a:xfrm>
            <a:custGeom>
              <a:avLst/>
              <a:pathLst>
                <a:path w="96835" h="44722">
                  <a:moveTo>
                    <a:pt x="0" y="0"/>
                  </a:moveTo>
                  <a:lnTo>
                    <a:pt x="0" y="44722"/>
                  </a:lnTo>
                  <a:lnTo>
                    <a:pt x="96835" y="44722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550897" y="301325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728429" y="3074840"/>
              <a:ext cx="0" cy="54463"/>
            </a:xfrm>
            <a:custGeom>
              <a:avLst/>
              <a:pathLst>
                <a:path w="0" h="54463">
                  <a:moveTo>
                    <a:pt x="0" y="544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28429" y="3196644"/>
              <a:ext cx="0" cy="12876"/>
            </a:xfrm>
            <a:custGeom>
              <a:avLst/>
              <a:pathLst>
                <a:path w="0" h="12876">
                  <a:moveTo>
                    <a:pt x="0" y="0"/>
                  </a:moveTo>
                  <a:lnTo>
                    <a:pt x="0" y="12876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680011" y="3129304"/>
              <a:ext cx="96835" cy="67340"/>
            </a:xfrm>
            <a:custGeom>
              <a:avLst/>
              <a:pathLst>
                <a:path w="96835" h="67340">
                  <a:moveTo>
                    <a:pt x="0" y="0"/>
                  </a:moveTo>
                  <a:lnTo>
                    <a:pt x="0" y="67340"/>
                  </a:lnTo>
                  <a:lnTo>
                    <a:pt x="96835" y="6734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80011" y="318376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392732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392732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392732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392732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2392732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2392732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392732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392732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392732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47020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59931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72842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85754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470200" y="5156948"/>
              <a:ext cx="0" cy="10236"/>
            </a:xfrm>
            <a:custGeom>
              <a:avLst/>
              <a:pathLst>
                <a:path w="0" h="10236">
                  <a:moveTo>
                    <a:pt x="0" y="102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470200" y="5179834"/>
              <a:ext cx="0" cy="2413"/>
            </a:xfrm>
            <a:custGeom>
              <a:avLst/>
              <a:pathLst>
                <a:path w="0" h="2413">
                  <a:moveTo>
                    <a:pt x="0" y="0"/>
                  </a:moveTo>
                  <a:lnTo>
                    <a:pt x="0" y="241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421783" y="5167185"/>
              <a:ext cx="96835" cy="12649"/>
            </a:xfrm>
            <a:custGeom>
              <a:avLst/>
              <a:pathLst>
                <a:path w="96835" h="12649">
                  <a:moveTo>
                    <a:pt x="0" y="0"/>
                  </a:moveTo>
                  <a:lnTo>
                    <a:pt x="0" y="12649"/>
                  </a:lnTo>
                  <a:lnTo>
                    <a:pt x="96835" y="1264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421783" y="517742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599315" y="4954198"/>
              <a:ext cx="0" cy="50510"/>
            </a:xfrm>
            <a:custGeom>
              <a:avLst/>
              <a:pathLst>
                <a:path w="0" h="50510">
                  <a:moveTo>
                    <a:pt x="0" y="505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599315" y="5085985"/>
              <a:ext cx="0" cy="30765"/>
            </a:xfrm>
            <a:custGeom>
              <a:avLst/>
              <a:pathLst>
                <a:path w="0" h="30765">
                  <a:moveTo>
                    <a:pt x="0" y="0"/>
                  </a:moveTo>
                  <a:lnTo>
                    <a:pt x="0" y="30765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550897" y="5004708"/>
              <a:ext cx="96835" cy="81276"/>
            </a:xfrm>
            <a:custGeom>
              <a:avLst/>
              <a:pathLst>
                <a:path w="96835" h="81276">
                  <a:moveTo>
                    <a:pt x="0" y="0"/>
                  </a:moveTo>
                  <a:lnTo>
                    <a:pt x="0" y="81276"/>
                  </a:lnTo>
                  <a:lnTo>
                    <a:pt x="96835" y="81276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550897" y="505521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728429" y="4875449"/>
              <a:ext cx="0" cy="27213"/>
            </a:xfrm>
            <a:custGeom>
              <a:avLst/>
              <a:pathLst>
                <a:path w="0" h="27213">
                  <a:moveTo>
                    <a:pt x="0" y="272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728429" y="4952790"/>
              <a:ext cx="0" cy="22914"/>
            </a:xfrm>
            <a:custGeom>
              <a:avLst/>
              <a:pathLst>
                <a:path w="0" h="22914">
                  <a:moveTo>
                    <a:pt x="0" y="0"/>
                  </a:moveTo>
                  <a:lnTo>
                    <a:pt x="0" y="22914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680011" y="4902663"/>
              <a:ext cx="96835" cy="50127"/>
            </a:xfrm>
            <a:custGeom>
              <a:avLst/>
              <a:pathLst>
                <a:path w="96835" h="50127">
                  <a:moveTo>
                    <a:pt x="0" y="0"/>
                  </a:moveTo>
                  <a:lnTo>
                    <a:pt x="0" y="50127"/>
                  </a:lnTo>
                  <a:lnTo>
                    <a:pt x="96835" y="5012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0011" y="492987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57544" y="4801125"/>
              <a:ext cx="0" cy="8646"/>
            </a:xfrm>
            <a:custGeom>
              <a:avLst/>
              <a:pathLst>
                <a:path w="0" h="8646">
                  <a:moveTo>
                    <a:pt x="0" y="864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857544" y="4849481"/>
              <a:ext cx="0" cy="31062"/>
            </a:xfrm>
            <a:custGeom>
              <a:avLst/>
              <a:pathLst>
                <a:path w="0" h="31062">
                  <a:moveTo>
                    <a:pt x="0" y="0"/>
                  </a:moveTo>
                  <a:lnTo>
                    <a:pt x="0" y="31062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809126" y="4809771"/>
              <a:ext cx="96835" cy="39709"/>
            </a:xfrm>
            <a:custGeom>
              <a:avLst/>
              <a:pathLst>
                <a:path w="96835" h="39709">
                  <a:moveTo>
                    <a:pt x="0" y="0"/>
                  </a:moveTo>
                  <a:lnTo>
                    <a:pt x="0" y="39709"/>
                  </a:lnTo>
                  <a:lnTo>
                    <a:pt x="96835" y="3970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2809126" y="481841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392732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392732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392732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2392732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2392732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2392732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392732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392732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2392732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2392732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247020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259931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272842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285754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2470200" y="6591226"/>
              <a:ext cx="0" cy="5293"/>
            </a:xfrm>
            <a:custGeom>
              <a:avLst/>
              <a:pathLst>
                <a:path w="0" h="5293">
                  <a:moveTo>
                    <a:pt x="0" y="52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2470200" y="6611517"/>
              <a:ext cx="0" cy="9704"/>
            </a:xfrm>
            <a:custGeom>
              <a:avLst/>
              <a:pathLst>
                <a:path w="0" h="9704">
                  <a:moveTo>
                    <a:pt x="0" y="0"/>
                  </a:moveTo>
                  <a:lnTo>
                    <a:pt x="0" y="970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421783" y="6596519"/>
              <a:ext cx="96835" cy="14997"/>
            </a:xfrm>
            <a:custGeom>
              <a:avLst/>
              <a:pathLst>
                <a:path w="96835" h="14997">
                  <a:moveTo>
                    <a:pt x="0" y="0"/>
                  </a:moveTo>
                  <a:lnTo>
                    <a:pt x="0" y="14997"/>
                  </a:lnTo>
                  <a:lnTo>
                    <a:pt x="96835" y="1499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2421783" y="6601812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2599315" y="6217253"/>
              <a:ext cx="0" cy="7573"/>
            </a:xfrm>
            <a:custGeom>
              <a:avLst/>
              <a:pathLst>
                <a:path w="0" h="7573">
                  <a:moveTo>
                    <a:pt x="0" y="757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2599315" y="6235020"/>
              <a:ext cx="0" cy="2620"/>
            </a:xfrm>
            <a:custGeom>
              <a:avLst/>
              <a:pathLst>
                <a:path w="0" h="2620">
                  <a:moveTo>
                    <a:pt x="0" y="0"/>
                  </a:moveTo>
                  <a:lnTo>
                    <a:pt x="0" y="262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550897" y="6224826"/>
              <a:ext cx="96835" cy="10193"/>
            </a:xfrm>
            <a:custGeom>
              <a:avLst/>
              <a:pathLst>
                <a:path w="96835" h="10193">
                  <a:moveTo>
                    <a:pt x="0" y="0"/>
                  </a:moveTo>
                  <a:lnTo>
                    <a:pt x="0" y="10193"/>
                  </a:lnTo>
                  <a:lnTo>
                    <a:pt x="96835" y="1019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2550897" y="623239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2728429" y="5854391"/>
              <a:ext cx="0" cy="76298"/>
            </a:xfrm>
            <a:custGeom>
              <a:avLst/>
              <a:pathLst>
                <a:path w="0" h="76298">
                  <a:moveTo>
                    <a:pt x="0" y="7629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2728429" y="6023357"/>
              <a:ext cx="0" cy="16369"/>
            </a:xfrm>
            <a:custGeom>
              <a:avLst/>
              <a:pathLst>
                <a:path w="0" h="16369">
                  <a:moveTo>
                    <a:pt x="0" y="0"/>
                  </a:moveTo>
                  <a:lnTo>
                    <a:pt x="0" y="16369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2680011" y="5930690"/>
              <a:ext cx="96835" cy="92667"/>
            </a:xfrm>
            <a:custGeom>
              <a:avLst/>
              <a:pathLst>
                <a:path w="96835" h="92667">
                  <a:moveTo>
                    <a:pt x="0" y="0"/>
                  </a:moveTo>
                  <a:lnTo>
                    <a:pt x="0" y="92667"/>
                  </a:lnTo>
                  <a:lnTo>
                    <a:pt x="96835" y="9266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2680011" y="600698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2392732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004602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3004602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3004602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004602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004602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004602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004602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004602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004602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06717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17145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27574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38002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48431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3004602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3004602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004602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004602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004602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004602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3004602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3004602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004602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3004602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3004602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06717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17145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327574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338002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348431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067172" y="3334040"/>
              <a:ext cx="0" cy="31724"/>
            </a:xfrm>
            <a:custGeom>
              <a:avLst/>
              <a:pathLst>
                <a:path w="0" h="31724">
                  <a:moveTo>
                    <a:pt x="0" y="317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067172" y="3409839"/>
              <a:ext cx="0" cy="12349"/>
            </a:xfrm>
            <a:custGeom>
              <a:avLst/>
              <a:pathLst>
                <a:path w="0" h="12349">
                  <a:moveTo>
                    <a:pt x="0" y="0"/>
                  </a:moveTo>
                  <a:lnTo>
                    <a:pt x="0" y="1234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3028066" y="3365765"/>
              <a:ext cx="78213" cy="44073"/>
            </a:xfrm>
            <a:custGeom>
              <a:avLst/>
              <a:pathLst>
                <a:path w="78213" h="44073">
                  <a:moveTo>
                    <a:pt x="0" y="0"/>
                  </a:moveTo>
                  <a:lnTo>
                    <a:pt x="0" y="44073"/>
                  </a:lnTo>
                  <a:lnTo>
                    <a:pt x="78213" y="4407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028066" y="3397489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171457" y="2815073"/>
              <a:ext cx="0" cy="97402"/>
            </a:xfrm>
            <a:custGeom>
              <a:avLst/>
              <a:pathLst>
                <a:path w="0" h="97402">
                  <a:moveTo>
                    <a:pt x="0" y="974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171457" y="3054790"/>
              <a:ext cx="0" cy="44911"/>
            </a:xfrm>
            <a:custGeom>
              <a:avLst/>
              <a:pathLst>
                <a:path w="0" h="44911">
                  <a:moveTo>
                    <a:pt x="0" y="0"/>
                  </a:moveTo>
                  <a:lnTo>
                    <a:pt x="0" y="4491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3132350" y="2912476"/>
              <a:ext cx="78213" cy="142314"/>
            </a:xfrm>
            <a:custGeom>
              <a:avLst/>
              <a:pathLst>
                <a:path w="78213" h="142314">
                  <a:moveTo>
                    <a:pt x="0" y="0"/>
                  </a:moveTo>
                  <a:lnTo>
                    <a:pt x="0" y="142314"/>
                  </a:lnTo>
                  <a:lnTo>
                    <a:pt x="78213" y="142314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132350" y="300987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004602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004602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3004602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004602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3004602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3004602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3004602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3004602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3004602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306717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317145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327574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338002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48431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3067172" y="5216029"/>
              <a:ext cx="0" cy="5764"/>
            </a:xfrm>
            <a:custGeom>
              <a:avLst/>
              <a:pathLst>
                <a:path w="0" h="5764">
                  <a:moveTo>
                    <a:pt x="0" y="57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3067172" y="5237152"/>
              <a:ext cx="0" cy="9594"/>
            </a:xfrm>
            <a:custGeom>
              <a:avLst/>
              <a:pathLst>
                <a:path w="0" h="9594">
                  <a:moveTo>
                    <a:pt x="0" y="0"/>
                  </a:moveTo>
                  <a:lnTo>
                    <a:pt x="0" y="959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028066" y="5221793"/>
              <a:ext cx="78213" cy="15359"/>
            </a:xfrm>
            <a:custGeom>
              <a:avLst/>
              <a:pathLst>
                <a:path w="78213" h="15359">
                  <a:moveTo>
                    <a:pt x="0" y="0"/>
                  </a:moveTo>
                  <a:lnTo>
                    <a:pt x="0" y="15359"/>
                  </a:lnTo>
                  <a:lnTo>
                    <a:pt x="78213" y="1535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028066" y="522755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171457" y="4984878"/>
              <a:ext cx="0" cy="5304"/>
            </a:xfrm>
            <a:custGeom>
              <a:avLst/>
              <a:pathLst>
                <a:path w="0" h="5304">
                  <a:moveTo>
                    <a:pt x="0" y="53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171457" y="5011765"/>
              <a:ext cx="0" cy="16278"/>
            </a:xfrm>
            <a:custGeom>
              <a:avLst/>
              <a:pathLst>
                <a:path w="0" h="16278">
                  <a:moveTo>
                    <a:pt x="0" y="0"/>
                  </a:moveTo>
                  <a:lnTo>
                    <a:pt x="0" y="16278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132350" y="4990182"/>
              <a:ext cx="78213" cy="21583"/>
            </a:xfrm>
            <a:custGeom>
              <a:avLst/>
              <a:pathLst>
                <a:path w="78213" h="21583">
                  <a:moveTo>
                    <a:pt x="0" y="0"/>
                  </a:moveTo>
                  <a:lnTo>
                    <a:pt x="0" y="21583"/>
                  </a:lnTo>
                  <a:lnTo>
                    <a:pt x="78213" y="2158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3132350" y="4995487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3275742" y="4620742"/>
              <a:ext cx="0" cy="82990"/>
            </a:xfrm>
            <a:custGeom>
              <a:avLst/>
              <a:pathLst>
                <a:path w="0" h="82990">
                  <a:moveTo>
                    <a:pt x="0" y="8299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3275742" y="4831192"/>
              <a:ext cx="0" cy="44468"/>
            </a:xfrm>
            <a:custGeom>
              <a:avLst/>
              <a:pathLst>
                <a:path w="0" h="44468">
                  <a:moveTo>
                    <a:pt x="0" y="0"/>
                  </a:moveTo>
                  <a:lnTo>
                    <a:pt x="0" y="44468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236635" y="4703733"/>
              <a:ext cx="78213" cy="127458"/>
            </a:xfrm>
            <a:custGeom>
              <a:avLst/>
              <a:pathLst>
                <a:path w="78213" h="127458">
                  <a:moveTo>
                    <a:pt x="0" y="0"/>
                  </a:moveTo>
                  <a:lnTo>
                    <a:pt x="0" y="127458"/>
                  </a:lnTo>
                  <a:lnTo>
                    <a:pt x="78213" y="12745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3236635" y="478672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380027" y="4482435"/>
              <a:ext cx="0" cy="99460"/>
            </a:xfrm>
            <a:custGeom>
              <a:avLst/>
              <a:pathLst>
                <a:path w="0" h="99460">
                  <a:moveTo>
                    <a:pt x="0" y="9946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3380027" y="4699855"/>
              <a:ext cx="0" cy="18499"/>
            </a:xfrm>
            <a:custGeom>
              <a:avLst/>
              <a:pathLst>
                <a:path w="0" h="18499">
                  <a:moveTo>
                    <a:pt x="0" y="0"/>
                  </a:moveTo>
                  <a:lnTo>
                    <a:pt x="0" y="18499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340920" y="4581895"/>
              <a:ext cx="78213" cy="117959"/>
            </a:xfrm>
            <a:custGeom>
              <a:avLst/>
              <a:pathLst>
                <a:path w="78213" h="117959">
                  <a:moveTo>
                    <a:pt x="0" y="0"/>
                  </a:moveTo>
                  <a:lnTo>
                    <a:pt x="0" y="117959"/>
                  </a:lnTo>
                  <a:lnTo>
                    <a:pt x="78213" y="11795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3340920" y="4681355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3484311" y="4203272"/>
              <a:ext cx="0" cy="137024"/>
            </a:xfrm>
            <a:custGeom>
              <a:avLst/>
              <a:pathLst>
                <a:path w="0" h="137024">
                  <a:moveTo>
                    <a:pt x="0" y="1370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3484311" y="4482406"/>
              <a:ext cx="0" cy="5084"/>
            </a:xfrm>
            <a:custGeom>
              <a:avLst/>
              <a:pathLst>
                <a:path w="0" h="5084">
                  <a:moveTo>
                    <a:pt x="0" y="0"/>
                  </a:moveTo>
                  <a:lnTo>
                    <a:pt x="0" y="5084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445205" y="4340297"/>
              <a:ext cx="78213" cy="142109"/>
            </a:xfrm>
            <a:custGeom>
              <a:avLst/>
              <a:pathLst>
                <a:path w="78213" h="142109">
                  <a:moveTo>
                    <a:pt x="0" y="0"/>
                  </a:moveTo>
                  <a:lnTo>
                    <a:pt x="0" y="142109"/>
                  </a:lnTo>
                  <a:lnTo>
                    <a:pt x="78213" y="14210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3445205" y="447732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004602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004602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3004602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3004602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3004602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3004602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3004602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3004602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3004602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3004602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306717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317145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327574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338002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348431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3067172" y="6575276"/>
              <a:ext cx="0" cy="3493"/>
            </a:xfrm>
            <a:custGeom>
              <a:avLst/>
              <a:pathLst>
                <a:path w="0" h="3493">
                  <a:moveTo>
                    <a:pt x="0" y="34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3067172" y="6583810"/>
              <a:ext cx="0" cy="1546"/>
            </a:xfrm>
            <a:custGeom>
              <a:avLst/>
              <a:pathLst>
                <a:path w="0" h="1546">
                  <a:moveTo>
                    <a:pt x="0" y="0"/>
                  </a:moveTo>
                  <a:lnTo>
                    <a:pt x="0" y="1546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028066" y="6578770"/>
              <a:ext cx="78213" cy="5039"/>
            </a:xfrm>
            <a:custGeom>
              <a:avLst/>
              <a:pathLst>
                <a:path w="78213" h="5039">
                  <a:moveTo>
                    <a:pt x="0" y="0"/>
                  </a:moveTo>
                  <a:lnTo>
                    <a:pt x="0" y="5039"/>
                  </a:lnTo>
                  <a:lnTo>
                    <a:pt x="78213" y="503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3028066" y="6582264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3171457" y="6296321"/>
              <a:ext cx="0" cy="10211"/>
            </a:xfrm>
            <a:custGeom>
              <a:avLst/>
              <a:pathLst>
                <a:path w="0" h="10211">
                  <a:moveTo>
                    <a:pt x="0" y="102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171457" y="6335750"/>
              <a:ext cx="0" cy="19006"/>
            </a:xfrm>
            <a:custGeom>
              <a:avLst/>
              <a:pathLst>
                <a:path w="0" h="19006">
                  <a:moveTo>
                    <a:pt x="0" y="0"/>
                  </a:moveTo>
                  <a:lnTo>
                    <a:pt x="0" y="19006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132350" y="6306532"/>
              <a:ext cx="78213" cy="29217"/>
            </a:xfrm>
            <a:custGeom>
              <a:avLst/>
              <a:pathLst>
                <a:path w="78213" h="29217">
                  <a:moveTo>
                    <a:pt x="0" y="0"/>
                  </a:moveTo>
                  <a:lnTo>
                    <a:pt x="0" y="29217"/>
                  </a:lnTo>
                  <a:lnTo>
                    <a:pt x="78213" y="2921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132350" y="631674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3275742" y="5919238"/>
              <a:ext cx="0" cy="13801"/>
            </a:xfrm>
            <a:custGeom>
              <a:avLst/>
              <a:pathLst>
                <a:path w="0" h="13801">
                  <a:moveTo>
                    <a:pt x="0" y="1380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275742" y="5963856"/>
              <a:ext cx="0" cy="17015"/>
            </a:xfrm>
            <a:custGeom>
              <a:avLst/>
              <a:pathLst>
                <a:path w="0" h="17015">
                  <a:moveTo>
                    <a:pt x="0" y="0"/>
                  </a:moveTo>
                  <a:lnTo>
                    <a:pt x="0" y="1701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236635" y="5933039"/>
              <a:ext cx="78213" cy="30816"/>
            </a:xfrm>
            <a:custGeom>
              <a:avLst/>
              <a:pathLst>
                <a:path w="78213" h="30816">
                  <a:moveTo>
                    <a:pt x="0" y="0"/>
                  </a:moveTo>
                  <a:lnTo>
                    <a:pt x="0" y="30816"/>
                  </a:lnTo>
                  <a:lnTo>
                    <a:pt x="78213" y="30816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236635" y="5946840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004602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616471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616471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616471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616471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3616471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3616471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3616471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3616471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3616471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367904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378332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388761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991896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409618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616471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616471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3616471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3616471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3616471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3616471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3616471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3616471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3616471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3616471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3616471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367904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378332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388761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3991896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409618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616471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616471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3616471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616471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616471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616471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616471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616471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616471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367904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378332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88761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991896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409618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679042" y="4966761"/>
              <a:ext cx="0" cy="32183"/>
            </a:xfrm>
            <a:custGeom>
              <a:avLst/>
              <a:pathLst>
                <a:path w="0" h="32183">
                  <a:moveTo>
                    <a:pt x="0" y="321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679042" y="5038634"/>
              <a:ext cx="0" cy="7507"/>
            </a:xfrm>
            <a:custGeom>
              <a:avLst/>
              <a:pathLst>
                <a:path w="0" h="7507">
                  <a:moveTo>
                    <a:pt x="0" y="0"/>
                  </a:moveTo>
                  <a:lnTo>
                    <a:pt x="0" y="7507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639935" y="4998944"/>
              <a:ext cx="78213" cy="39690"/>
            </a:xfrm>
            <a:custGeom>
              <a:avLst/>
              <a:pathLst>
                <a:path w="78213" h="39690">
                  <a:moveTo>
                    <a:pt x="0" y="0"/>
                  </a:moveTo>
                  <a:lnTo>
                    <a:pt x="0" y="39690"/>
                  </a:lnTo>
                  <a:lnTo>
                    <a:pt x="78213" y="39690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3639935" y="5031127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3783327" y="4875813"/>
              <a:ext cx="0" cy="29272"/>
            </a:xfrm>
            <a:custGeom>
              <a:avLst/>
              <a:pathLst>
                <a:path w="0" h="29272">
                  <a:moveTo>
                    <a:pt x="0" y="292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783327" y="4953049"/>
              <a:ext cx="0" cy="18691"/>
            </a:xfrm>
            <a:custGeom>
              <a:avLst/>
              <a:pathLst>
                <a:path w="0" h="18691">
                  <a:moveTo>
                    <a:pt x="0" y="0"/>
                  </a:moveTo>
                  <a:lnTo>
                    <a:pt x="0" y="1869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744220" y="4905085"/>
              <a:ext cx="78213" cy="47963"/>
            </a:xfrm>
            <a:custGeom>
              <a:avLst/>
              <a:pathLst>
                <a:path w="78213" h="47963">
                  <a:moveTo>
                    <a:pt x="0" y="0"/>
                  </a:moveTo>
                  <a:lnTo>
                    <a:pt x="0" y="47963"/>
                  </a:lnTo>
                  <a:lnTo>
                    <a:pt x="78213" y="4796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744220" y="493435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3887612" y="4350083"/>
              <a:ext cx="0" cy="211502"/>
            </a:xfrm>
            <a:custGeom>
              <a:avLst/>
              <a:pathLst>
                <a:path w="0" h="211502">
                  <a:moveTo>
                    <a:pt x="0" y="21150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887612" y="4819347"/>
              <a:ext cx="0" cy="46258"/>
            </a:xfrm>
            <a:custGeom>
              <a:avLst/>
              <a:pathLst>
                <a:path w="0" h="46258">
                  <a:moveTo>
                    <a:pt x="0" y="0"/>
                  </a:moveTo>
                  <a:lnTo>
                    <a:pt x="0" y="46258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848505" y="4561585"/>
              <a:ext cx="78213" cy="257761"/>
            </a:xfrm>
            <a:custGeom>
              <a:avLst/>
              <a:pathLst>
                <a:path w="78213" h="257761">
                  <a:moveTo>
                    <a:pt x="0" y="0"/>
                  </a:moveTo>
                  <a:lnTo>
                    <a:pt x="0" y="257761"/>
                  </a:lnTo>
                  <a:lnTo>
                    <a:pt x="78213" y="257761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3848505" y="477308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3991896" y="4104798"/>
              <a:ext cx="0" cy="167886"/>
            </a:xfrm>
            <a:custGeom>
              <a:avLst/>
              <a:pathLst>
                <a:path w="0" h="167886">
                  <a:moveTo>
                    <a:pt x="0" y="1678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3991896" y="4447254"/>
              <a:ext cx="0" cy="6683"/>
            </a:xfrm>
            <a:custGeom>
              <a:avLst/>
              <a:pathLst>
                <a:path w="0" h="6683">
                  <a:moveTo>
                    <a:pt x="0" y="0"/>
                  </a:moveTo>
                  <a:lnTo>
                    <a:pt x="0" y="6683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952790" y="4272684"/>
              <a:ext cx="78213" cy="174570"/>
            </a:xfrm>
            <a:custGeom>
              <a:avLst/>
              <a:pathLst>
                <a:path w="78213" h="174570">
                  <a:moveTo>
                    <a:pt x="0" y="0"/>
                  </a:moveTo>
                  <a:lnTo>
                    <a:pt x="0" y="174570"/>
                  </a:lnTo>
                  <a:lnTo>
                    <a:pt x="78213" y="174570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952790" y="444057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4096181" y="4038651"/>
              <a:ext cx="0" cy="53172"/>
            </a:xfrm>
            <a:custGeom>
              <a:avLst/>
              <a:pathLst>
                <a:path w="0" h="53172">
                  <a:moveTo>
                    <a:pt x="0" y="5317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4096181" y="4167862"/>
              <a:ext cx="0" cy="22866"/>
            </a:xfrm>
            <a:custGeom>
              <a:avLst/>
              <a:pathLst>
                <a:path w="0" h="22866">
                  <a:moveTo>
                    <a:pt x="0" y="0"/>
                  </a:moveTo>
                  <a:lnTo>
                    <a:pt x="0" y="22866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057074" y="4091823"/>
              <a:ext cx="78213" cy="76038"/>
            </a:xfrm>
            <a:custGeom>
              <a:avLst/>
              <a:pathLst>
                <a:path w="78213" h="76038">
                  <a:moveTo>
                    <a:pt x="0" y="0"/>
                  </a:moveTo>
                  <a:lnTo>
                    <a:pt x="0" y="76038"/>
                  </a:lnTo>
                  <a:lnTo>
                    <a:pt x="78213" y="7603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4057074" y="414499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3616471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3616471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3616471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3616471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3616471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3616471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3616471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3616471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3616471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616471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367904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378332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388761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991896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409618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3679042" y="6591296"/>
              <a:ext cx="0" cy="3869"/>
            </a:xfrm>
            <a:custGeom>
              <a:avLst/>
              <a:pathLst>
                <a:path w="0" h="3869">
                  <a:moveTo>
                    <a:pt x="0" y="386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3679042" y="6609019"/>
              <a:ext cx="0" cy="9983"/>
            </a:xfrm>
            <a:custGeom>
              <a:avLst/>
              <a:pathLst>
                <a:path w="0" h="9983">
                  <a:moveTo>
                    <a:pt x="0" y="0"/>
                  </a:moveTo>
                  <a:lnTo>
                    <a:pt x="0" y="998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639935" y="6595165"/>
              <a:ext cx="78213" cy="13853"/>
            </a:xfrm>
            <a:custGeom>
              <a:avLst/>
              <a:pathLst>
                <a:path w="78213" h="13853">
                  <a:moveTo>
                    <a:pt x="0" y="0"/>
                  </a:moveTo>
                  <a:lnTo>
                    <a:pt x="0" y="13853"/>
                  </a:lnTo>
                  <a:lnTo>
                    <a:pt x="78213" y="13853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3639935" y="6599035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783327" y="6357429"/>
              <a:ext cx="0" cy="23094"/>
            </a:xfrm>
            <a:custGeom>
              <a:avLst/>
              <a:pathLst>
                <a:path w="0" h="23094">
                  <a:moveTo>
                    <a:pt x="0" y="230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783327" y="6444961"/>
              <a:ext cx="0" cy="41341"/>
            </a:xfrm>
            <a:custGeom>
              <a:avLst/>
              <a:pathLst>
                <a:path w="0" h="41341">
                  <a:moveTo>
                    <a:pt x="0" y="0"/>
                  </a:moveTo>
                  <a:lnTo>
                    <a:pt x="0" y="4134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744220" y="6380524"/>
              <a:ext cx="78213" cy="64436"/>
            </a:xfrm>
            <a:custGeom>
              <a:avLst/>
              <a:pathLst>
                <a:path w="78213" h="64436">
                  <a:moveTo>
                    <a:pt x="0" y="0"/>
                  </a:moveTo>
                  <a:lnTo>
                    <a:pt x="0" y="64436"/>
                  </a:lnTo>
                  <a:lnTo>
                    <a:pt x="78213" y="64436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3744220" y="6403619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3887612" y="6098215"/>
              <a:ext cx="0" cy="5415"/>
            </a:xfrm>
            <a:custGeom>
              <a:avLst/>
              <a:pathLst>
                <a:path w="0" h="5415">
                  <a:moveTo>
                    <a:pt x="0" y="54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3887612" y="6110085"/>
              <a:ext cx="0" cy="1039"/>
            </a:xfrm>
            <a:custGeom>
              <a:avLst/>
              <a:pathLst>
                <a:path w="0" h="1039">
                  <a:moveTo>
                    <a:pt x="0" y="0"/>
                  </a:moveTo>
                  <a:lnTo>
                    <a:pt x="0" y="1039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848505" y="6103630"/>
              <a:ext cx="78213" cy="6455"/>
            </a:xfrm>
            <a:custGeom>
              <a:avLst/>
              <a:pathLst>
                <a:path w="78213" h="6455">
                  <a:moveTo>
                    <a:pt x="0" y="0"/>
                  </a:moveTo>
                  <a:lnTo>
                    <a:pt x="0" y="6455"/>
                  </a:lnTo>
                  <a:lnTo>
                    <a:pt x="78213" y="6455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848505" y="610904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3991896" y="5879477"/>
              <a:ext cx="0" cy="6752"/>
            </a:xfrm>
            <a:custGeom>
              <a:avLst/>
              <a:pathLst>
                <a:path w="0" h="6752">
                  <a:moveTo>
                    <a:pt x="0" y="675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3991896" y="5935118"/>
              <a:ext cx="0" cy="42136"/>
            </a:xfrm>
            <a:custGeom>
              <a:avLst/>
              <a:pathLst>
                <a:path w="0" h="42136">
                  <a:moveTo>
                    <a:pt x="0" y="0"/>
                  </a:moveTo>
                  <a:lnTo>
                    <a:pt x="0" y="42136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52790" y="5886229"/>
              <a:ext cx="78213" cy="48888"/>
            </a:xfrm>
            <a:custGeom>
              <a:avLst/>
              <a:pathLst>
                <a:path w="78213" h="48888">
                  <a:moveTo>
                    <a:pt x="0" y="0"/>
                  </a:moveTo>
                  <a:lnTo>
                    <a:pt x="0" y="48888"/>
                  </a:lnTo>
                  <a:lnTo>
                    <a:pt x="78213" y="4888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3952790" y="589298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096181" y="5437146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096181" y="5555634"/>
              <a:ext cx="0" cy="52662"/>
            </a:xfrm>
            <a:custGeom>
              <a:avLst/>
              <a:pathLst>
                <a:path w="0" h="52662">
                  <a:moveTo>
                    <a:pt x="0" y="0"/>
                  </a:moveTo>
                  <a:lnTo>
                    <a:pt x="0" y="52662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057074" y="5470059"/>
              <a:ext cx="78213" cy="85575"/>
            </a:xfrm>
            <a:custGeom>
              <a:avLst/>
              <a:pathLst>
                <a:path w="78213" h="85575">
                  <a:moveTo>
                    <a:pt x="0" y="0"/>
                  </a:moveTo>
                  <a:lnTo>
                    <a:pt x="0" y="85575"/>
                  </a:lnTo>
                  <a:lnTo>
                    <a:pt x="78213" y="85575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4057074" y="550297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3616471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4228341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228341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4228341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4228341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228341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4228341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4228341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4228341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228341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428082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36828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445574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54321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63067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471814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4228341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4228341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228341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4228341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4228341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4228341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4228341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4228341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4228341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4228341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4228341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428082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436828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445574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454321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463067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71814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228341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228341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4228341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4228341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4228341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4228341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4228341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4228341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4228341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28082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36828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45574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54321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63067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471814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228341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228341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4228341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4228341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4228341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4228341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4228341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4228341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4228341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4228341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428082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436828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445574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454321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463067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471814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4280820" y="6449774"/>
              <a:ext cx="0" cy="3432"/>
            </a:xfrm>
            <a:custGeom>
              <a:avLst/>
              <a:pathLst>
                <a:path w="0" h="3432">
                  <a:moveTo>
                    <a:pt x="0" y="343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4280820" y="6485971"/>
              <a:ext cx="0" cy="29331"/>
            </a:xfrm>
            <a:custGeom>
              <a:avLst/>
              <a:pathLst>
                <a:path w="0" h="29331">
                  <a:moveTo>
                    <a:pt x="0" y="0"/>
                  </a:moveTo>
                  <a:lnTo>
                    <a:pt x="0" y="29331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4248020" y="6453207"/>
              <a:ext cx="65598" cy="32764"/>
            </a:xfrm>
            <a:custGeom>
              <a:avLst/>
              <a:pathLst>
                <a:path w="65598" h="32764">
                  <a:moveTo>
                    <a:pt x="0" y="0"/>
                  </a:moveTo>
                  <a:lnTo>
                    <a:pt x="0" y="32764"/>
                  </a:lnTo>
                  <a:lnTo>
                    <a:pt x="65598" y="32764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4248020" y="6456640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4368284" y="6356486"/>
              <a:ext cx="0" cy="28484"/>
            </a:xfrm>
            <a:custGeom>
              <a:avLst/>
              <a:pathLst>
                <a:path w="0" h="28484">
                  <a:moveTo>
                    <a:pt x="0" y="2848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4368284" y="6455399"/>
              <a:ext cx="0" cy="41944"/>
            </a:xfrm>
            <a:custGeom>
              <a:avLst/>
              <a:pathLst>
                <a:path w="0" h="41944">
                  <a:moveTo>
                    <a:pt x="0" y="0"/>
                  </a:moveTo>
                  <a:lnTo>
                    <a:pt x="0" y="41944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4335485" y="6384970"/>
              <a:ext cx="65598" cy="70428"/>
            </a:xfrm>
            <a:custGeom>
              <a:avLst/>
              <a:pathLst>
                <a:path w="65598" h="70428">
                  <a:moveTo>
                    <a:pt x="0" y="0"/>
                  </a:moveTo>
                  <a:lnTo>
                    <a:pt x="0" y="70428"/>
                  </a:lnTo>
                  <a:lnTo>
                    <a:pt x="65598" y="70428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4335485" y="6413455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4455749" y="6259582"/>
              <a:ext cx="0" cy="4323"/>
            </a:xfrm>
            <a:custGeom>
              <a:avLst/>
              <a:pathLst>
                <a:path w="0" h="4323">
                  <a:moveTo>
                    <a:pt x="0" y="43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4455749" y="6287105"/>
              <a:ext cx="0" cy="18875"/>
            </a:xfrm>
            <a:custGeom>
              <a:avLst/>
              <a:pathLst>
                <a:path w="0" h="18875">
                  <a:moveTo>
                    <a:pt x="0" y="0"/>
                  </a:moveTo>
                  <a:lnTo>
                    <a:pt x="0" y="1887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4422950" y="6263906"/>
              <a:ext cx="65598" cy="23199"/>
            </a:xfrm>
            <a:custGeom>
              <a:avLst/>
              <a:pathLst>
                <a:path w="65598" h="23199">
                  <a:moveTo>
                    <a:pt x="0" y="0"/>
                  </a:moveTo>
                  <a:lnTo>
                    <a:pt x="0" y="23199"/>
                  </a:lnTo>
                  <a:lnTo>
                    <a:pt x="65598" y="23199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4422950" y="6268229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4543214" y="6101115"/>
              <a:ext cx="0" cy="81295"/>
            </a:xfrm>
            <a:custGeom>
              <a:avLst/>
              <a:pathLst>
                <a:path w="0" h="81295">
                  <a:moveTo>
                    <a:pt x="0" y="812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4543214" y="6295037"/>
              <a:ext cx="0" cy="31331"/>
            </a:xfrm>
            <a:custGeom>
              <a:avLst/>
              <a:pathLst>
                <a:path w="0" h="31331">
                  <a:moveTo>
                    <a:pt x="0" y="0"/>
                  </a:moveTo>
                  <a:lnTo>
                    <a:pt x="0" y="31331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4510414" y="6182410"/>
              <a:ext cx="65598" cy="112626"/>
            </a:xfrm>
            <a:custGeom>
              <a:avLst/>
              <a:pathLst>
                <a:path w="65598" h="112626">
                  <a:moveTo>
                    <a:pt x="0" y="0"/>
                  </a:moveTo>
                  <a:lnTo>
                    <a:pt x="0" y="112626"/>
                  </a:lnTo>
                  <a:lnTo>
                    <a:pt x="65598" y="112626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4510414" y="6263705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4630678" y="5885015"/>
              <a:ext cx="0" cy="147225"/>
            </a:xfrm>
            <a:custGeom>
              <a:avLst/>
              <a:pathLst>
                <a:path w="0" h="147225">
                  <a:moveTo>
                    <a:pt x="0" y="14722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4630678" y="6192909"/>
              <a:ext cx="0" cy="13442"/>
            </a:xfrm>
            <a:custGeom>
              <a:avLst/>
              <a:pathLst>
                <a:path w="0" h="13442">
                  <a:moveTo>
                    <a:pt x="0" y="0"/>
                  </a:moveTo>
                  <a:lnTo>
                    <a:pt x="0" y="13442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4597879" y="6032241"/>
              <a:ext cx="65598" cy="160668"/>
            </a:xfrm>
            <a:custGeom>
              <a:avLst/>
              <a:pathLst>
                <a:path w="65598" h="160668">
                  <a:moveTo>
                    <a:pt x="0" y="0"/>
                  </a:moveTo>
                  <a:lnTo>
                    <a:pt x="0" y="160668"/>
                  </a:lnTo>
                  <a:lnTo>
                    <a:pt x="65598" y="160668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4597879" y="6179466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4718143" y="5740209"/>
              <a:ext cx="0" cy="31676"/>
            </a:xfrm>
            <a:custGeom>
              <a:avLst/>
              <a:pathLst>
                <a:path w="0" h="31676">
                  <a:moveTo>
                    <a:pt x="0" y="3167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4718143" y="5835240"/>
              <a:ext cx="0" cy="31676"/>
            </a:xfrm>
            <a:custGeom>
              <a:avLst/>
              <a:pathLst>
                <a:path w="0" h="31676">
                  <a:moveTo>
                    <a:pt x="0" y="0"/>
                  </a:moveTo>
                  <a:lnTo>
                    <a:pt x="0" y="31676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4685344" y="5771886"/>
              <a:ext cx="65598" cy="63353"/>
            </a:xfrm>
            <a:custGeom>
              <a:avLst/>
              <a:pathLst>
                <a:path w="65598" h="63353">
                  <a:moveTo>
                    <a:pt x="0" y="0"/>
                  </a:moveTo>
                  <a:lnTo>
                    <a:pt x="0" y="63353"/>
                  </a:lnTo>
                  <a:lnTo>
                    <a:pt x="65598" y="63353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4685344" y="5803563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228341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4840211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4840211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4840211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4840211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4840211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4840211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4840211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4840211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4840211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498810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523459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4840211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4840211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4840211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4840211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4840211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4840211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4840211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4840211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4840211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4840211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4840211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498810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523459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4840211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4840211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4840211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4840211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4840211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4840211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4840211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4840211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4840211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498810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523459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4840211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4840211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4840211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4840211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4840211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4840211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4840211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4840211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4840211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4840211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498810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523459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4988105" y="6381852"/>
              <a:ext cx="0" cy="4978"/>
            </a:xfrm>
            <a:custGeom>
              <a:avLst/>
              <a:pathLst>
                <a:path w="0" h="4978">
                  <a:moveTo>
                    <a:pt x="0" y="49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4988105" y="6454028"/>
              <a:ext cx="0" cy="62218"/>
            </a:xfrm>
            <a:custGeom>
              <a:avLst/>
              <a:pathLst>
                <a:path w="0" h="62218">
                  <a:moveTo>
                    <a:pt x="0" y="0"/>
                  </a:moveTo>
                  <a:lnTo>
                    <a:pt x="0" y="62218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4895671" y="6386831"/>
              <a:ext cx="184868" cy="67197"/>
            </a:xfrm>
            <a:custGeom>
              <a:avLst/>
              <a:pathLst>
                <a:path w="184868" h="67197">
                  <a:moveTo>
                    <a:pt x="0" y="0"/>
                  </a:moveTo>
                  <a:lnTo>
                    <a:pt x="0" y="67197"/>
                  </a:lnTo>
                  <a:lnTo>
                    <a:pt x="184868" y="67197"/>
                  </a:lnTo>
                  <a:lnTo>
                    <a:pt x="18486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4895671" y="6391810"/>
              <a:ext cx="184868" cy="0"/>
            </a:xfrm>
            <a:custGeom>
              <a:avLst/>
              <a:pathLst>
                <a:path w="184868" h="0">
                  <a:moveTo>
                    <a:pt x="0" y="0"/>
                  </a:moveTo>
                  <a:lnTo>
                    <a:pt x="184868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5234597" y="63057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5234597" y="630577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5142162" y="6305772"/>
              <a:ext cx="184868" cy="0"/>
            </a:xfrm>
            <a:custGeom>
              <a:avLst/>
              <a:pathLst>
                <a:path w="184868" h="0">
                  <a:moveTo>
                    <a:pt x="0" y="0"/>
                  </a:moveTo>
                  <a:lnTo>
                    <a:pt x="18486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5142162" y="6305772"/>
              <a:ext cx="184868" cy="0"/>
            </a:xfrm>
            <a:custGeom>
              <a:avLst/>
              <a:pathLst>
                <a:path w="184868" h="0">
                  <a:moveTo>
                    <a:pt x="0" y="0"/>
                  </a:moveTo>
                  <a:lnTo>
                    <a:pt x="184868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4840211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452080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5452080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5452080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452080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5452080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5452080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5452080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5452080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5452080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555375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572322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589268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5553758" y="2244521"/>
              <a:ext cx="0" cy="52874"/>
            </a:xfrm>
            <a:custGeom>
              <a:avLst/>
              <a:pathLst>
                <a:path w="0" h="52874">
                  <a:moveTo>
                    <a:pt x="0" y="528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5553758" y="2353574"/>
              <a:ext cx="0" cy="3304"/>
            </a:xfrm>
            <a:custGeom>
              <a:avLst/>
              <a:pathLst>
                <a:path w="0" h="3304">
                  <a:moveTo>
                    <a:pt x="0" y="0"/>
                  </a:moveTo>
                  <a:lnTo>
                    <a:pt x="0" y="330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5490209" y="2297395"/>
              <a:ext cx="127097" cy="56178"/>
            </a:xfrm>
            <a:custGeom>
              <a:avLst/>
              <a:pathLst>
                <a:path w="127097" h="56178">
                  <a:moveTo>
                    <a:pt x="0" y="0"/>
                  </a:moveTo>
                  <a:lnTo>
                    <a:pt x="0" y="56178"/>
                  </a:lnTo>
                  <a:lnTo>
                    <a:pt x="127097" y="56178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5490209" y="2350269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5723221" y="1627208"/>
              <a:ext cx="0" cy="149074"/>
            </a:xfrm>
            <a:custGeom>
              <a:avLst/>
              <a:pathLst>
                <a:path w="0" h="149074">
                  <a:moveTo>
                    <a:pt x="0" y="1490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5723221" y="1937525"/>
              <a:ext cx="0" cy="12168"/>
            </a:xfrm>
            <a:custGeom>
              <a:avLst/>
              <a:pathLst>
                <a:path w="0" h="12168">
                  <a:moveTo>
                    <a:pt x="0" y="0"/>
                  </a:moveTo>
                  <a:lnTo>
                    <a:pt x="0" y="12168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5659672" y="1776283"/>
              <a:ext cx="127097" cy="161242"/>
            </a:xfrm>
            <a:custGeom>
              <a:avLst/>
              <a:pathLst>
                <a:path w="127097" h="161242">
                  <a:moveTo>
                    <a:pt x="0" y="0"/>
                  </a:moveTo>
                  <a:lnTo>
                    <a:pt x="0" y="161242"/>
                  </a:lnTo>
                  <a:lnTo>
                    <a:pt x="127097" y="161242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5659672" y="192535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5892683" y="1241661"/>
              <a:ext cx="0" cy="152814"/>
            </a:xfrm>
            <a:custGeom>
              <a:avLst/>
              <a:pathLst>
                <a:path w="0" h="152814">
                  <a:moveTo>
                    <a:pt x="0" y="1528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5892683" y="1590720"/>
              <a:ext cx="0" cy="43429"/>
            </a:xfrm>
            <a:custGeom>
              <a:avLst/>
              <a:pathLst>
                <a:path w="0" h="43429">
                  <a:moveTo>
                    <a:pt x="0" y="0"/>
                  </a:moveTo>
                  <a:lnTo>
                    <a:pt x="0" y="43429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5829135" y="1394476"/>
              <a:ext cx="127097" cy="196244"/>
            </a:xfrm>
            <a:custGeom>
              <a:avLst/>
              <a:pathLst>
                <a:path w="127097" h="196244">
                  <a:moveTo>
                    <a:pt x="0" y="0"/>
                  </a:moveTo>
                  <a:lnTo>
                    <a:pt x="0" y="196244"/>
                  </a:lnTo>
                  <a:lnTo>
                    <a:pt x="127097" y="196244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5829135" y="1547291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5452080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5452080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5452080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5452080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5452080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5452080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5452080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5452080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5452080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5452080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5452080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555375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572322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89268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553758" y="3646394"/>
              <a:ext cx="0" cy="35304"/>
            </a:xfrm>
            <a:custGeom>
              <a:avLst/>
              <a:pathLst>
                <a:path w="0" h="35304">
                  <a:moveTo>
                    <a:pt x="0" y="3530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553758" y="3782628"/>
              <a:ext cx="0" cy="65624"/>
            </a:xfrm>
            <a:custGeom>
              <a:avLst/>
              <a:pathLst>
                <a:path w="0" h="65624">
                  <a:moveTo>
                    <a:pt x="0" y="0"/>
                  </a:moveTo>
                  <a:lnTo>
                    <a:pt x="0" y="65624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5490209" y="3681699"/>
              <a:ext cx="127097" cy="100929"/>
            </a:xfrm>
            <a:custGeom>
              <a:avLst/>
              <a:pathLst>
                <a:path w="127097" h="100929">
                  <a:moveTo>
                    <a:pt x="0" y="0"/>
                  </a:moveTo>
                  <a:lnTo>
                    <a:pt x="0" y="100929"/>
                  </a:lnTo>
                  <a:lnTo>
                    <a:pt x="127097" y="100929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490209" y="3717004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5723221" y="3383897"/>
              <a:ext cx="0" cy="47964"/>
            </a:xfrm>
            <a:custGeom>
              <a:avLst/>
              <a:pathLst>
                <a:path w="0" h="47964">
                  <a:moveTo>
                    <a:pt x="0" y="479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5723221" y="3608062"/>
              <a:ext cx="0" cy="128235"/>
            </a:xfrm>
            <a:custGeom>
              <a:avLst/>
              <a:pathLst>
                <a:path w="0" h="128235">
                  <a:moveTo>
                    <a:pt x="0" y="0"/>
                  </a:moveTo>
                  <a:lnTo>
                    <a:pt x="0" y="128235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659672" y="3431862"/>
              <a:ext cx="127097" cy="176200"/>
            </a:xfrm>
            <a:custGeom>
              <a:avLst/>
              <a:pathLst>
                <a:path w="127097" h="176200">
                  <a:moveTo>
                    <a:pt x="0" y="0"/>
                  </a:moveTo>
                  <a:lnTo>
                    <a:pt x="0" y="176200"/>
                  </a:lnTo>
                  <a:lnTo>
                    <a:pt x="127097" y="176200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5659672" y="3479827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452080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452080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5452080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5452080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5452080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5452080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5452080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5452080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5452080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555375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572322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589268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553758" y="5183741"/>
              <a:ext cx="0" cy="2681"/>
            </a:xfrm>
            <a:custGeom>
              <a:avLst/>
              <a:pathLst>
                <a:path w="0" h="2681">
                  <a:moveTo>
                    <a:pt x="0" y="26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553758" y="5190147"/>
              <a:ext cx="0" cy="1043"/>
            </a:xfrm>
            <a:custGeom>
              <a:avLst/>
              <a:pathLst>
                <a:path w="0" h="1043">
                  <a:moveTo>
                    <a:pt x="0" y="0"/>
                  </a:moveTo>
                  <a:lnTo>
                    <a:pt x="0" y="1043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490209" y="5186422"/>
              <a:ext cx="127097" cy="3724"/>
            </a:xfrm>
            <a:custGeom>
              <a:avLst/>
              <a:pathLst>
                <a:path w="127097" h="3724">
                  <a:moveTo>
                    <a:pt x="0" y="0"/>
                  </a:moveTo>
                  <a:lnTo>
                    <a:pt x="0" y="3724"/>
                  </a:lnTo>
                  <a:lnTo>
                    <a:pt x="127097" y="3724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490209" y="5189103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723221" y="5032946"/>
              <a:ext cx="0" cy="8129"/>
            </a:xfrm>
            <a:custGeom>
              <a:avLst/>
              <a:pathLst>
                <a:path w="0" h="8129">
                  <a:moveTo>
                    <a:pt x="0" y="812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5723221" y="5068481"/>
              <a:ext cx="0" cy="19275"/>
            </a:xfrm>
            <a:custGeom>
              <a:avLst/>
              <a:pathLst>
                <a:path w="0" h="19275">
                  <a:moveTo>
                    <a:pt x="0" y="0"/>
                  </a:moveTo>
                  <a:lnTo>
                    <a:pt x="0" y="19275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659672" y="5041076"/>
              <a:ext cx="127097" cy="27404"/>
            </a:xfrm>
            <a:custGeom>
              <a:avLst/>
              <a:pathLst>
                <a:path w="127097" h="27404">
                  <a:moveTo>
                    <a:pt x="0" y="0"/>
                  </a:moveTo>
                  <a:lnTo>
                    <a:pt x="0" y="27404"/>
                  </a:lnTo>
                  <a:lnTo>
                    <a:pt x="127097" y="27404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5659672" y="504920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5892683" y="4884661"/>
              <a:ext cx="0" cy="18451"/>
            </a:xfrm>
            <a:custGeom>
              <a:avLst/>
              <a:pathLst>
                <a:path w="0" h="18451">
                  <a:moveTo>
                    <a:pt x="0" y="1845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5892683" y="4940017"/>
              <a:ext cx="0" cy="18451"/>
            </a:xfrm>
            <a:custGeom>
              <a:avLst/>
              <a:pathLst>
                <a:path w="0" h="18451">
                  <a:moveTo>
                    <a:pt x="0" y="0"/>
                  </a:moveTo>
                  <a:lnTo>
                    <a:pt x="0" y="18451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829135" y="4903113"/>
              <a:ext cx="127097" cy="36903"/>
            </a:xfrm>
            <a:custGeom>
              <a:avLst/>
              <a:pathLst>
                <a:path w="127097" h="36903">
                  <a:moveTo>
                    <a:pt x="0" y="0"/>
                  </a:moveTo>
                  <a:lnTo>
                    <a:pt x="0" y="36903"/>
                  </a:lnTo>
                  <a:lnTo>
                    <a:pt x="127097" y="36903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5829135" y="4921565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452080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452080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5452080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5452080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5452080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5452080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5452080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5452080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5452080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5452080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555375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572322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589268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5553758" y="6613080"/>
              <a:ext cx="0" cy="4039"/>
            </a:xfrm>
            <a:custGeom>
              <a:avLst/>
              <a:pathLst>
                <a:path w="0" h="4039">
                  <a:moveTo>
                    <a:pt x="0" y="403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5553758" y="6625200"/>
              <a:ext cx="0" cy="4039"/>
            </a:xfrm>
            <a:custGeom>
              <a:avLst/>
              <a:pathLst>
                <a:path w="0" h="4039">
                  <a:moveTo>
                    <a:pt x="0" y="0"/>
                  </a:moveTo>
                  <a:lnTo>
                    <a:pt x="0" y="403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490209" y="6617120"/>
              <a:ext cx="127097" cy="8079"/>
            </a:xfrm>
            <a:custGeom>
              <a:avLst/>
              <a:pathLst>
                <a:path w="127097" h="8079">
                  <a:moveTo>
                    <a:pt x="0" y="0"/>
                  </a:moveTo>
                  <a:lnTo>
                    <a:pt x="0" y="8079"/>
                  </a:lnTo>
                  <a:lnTo>
                    <a:pt x="127097" y="8079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5490209" y="6621160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5723221" y="6440760"/>
              <a:ext cx="0" cy="9730"/>
            </a:xfrm>
            <a:custGeom>
              <a:avLst/>
              <a:pathLst>
                <a:path w="0" h="9730">
                  <a:moveTo>
                    <a:pt x="0" y="97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5723221" y="6469951"/>
              <a:ext cx="0" cy="9730"/>
            </a:xfrm>
            <a:custGeom>
              <a:avLst/>
              <a:pathLst>
                <a:path w="0" h="9730">
                  <a:moveTo>
                    <a:pt x="0" y="0"/>
                  </a:moveTo>
                  <a:lnTo>
                    <a:pt x="0" y="973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659672" y="6450490"/>
              <a:ext cx="127097" cy="19461"/>
            </a:xfrm>
            <a:custGeom>
              <a:avLst/>
              <a:pathLst>
                <a:path w="127097" h="19461">
                  <a:moveTo>
                    <a:pt x="0" y="0"/>
                  </a:moveTo>
                  <a:lnTo>
                    <a:pt x="0" y="19461"/>
                  </a:lnTo>
                  <a:lnTo>
                    <a:pt x="127097" y="19461"/>
                  </a:ln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5659672" y="6460221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452080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6063950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063950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063950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063950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063950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063950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063950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063950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063950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14141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27053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39964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52876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6063950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063950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063950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063950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063950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063950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063950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063950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063950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063950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063950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14141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27053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9964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52876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141419" y="3698845"/>
              <a:ext cx="0" cy="46748"/>
            </a:xfrm>
            <a:custGeom>
              <a:avLst/>
              <a:pathLst>
                <a:path w="0" h="46748">
                  <a:moveTo>
                    <a:pt x="0" y="467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141419" y="3819784"/>
              <a:ext cx="0" cy="27441"/>
            </a:xfrm>
            <a:custGeom>
              <a:avLst/>
              <a:pathLst>
                <a:path w="0" h="27441">
                  <a:moveTo>
                    <a:pt x="0" y="0"/>
                  </a:moveTo>
                  <a:lnTo>
                    <a:pt x="0" y="27441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93001" y="3745594"/>
              <a:ext cx="96835" cy="74190"/>
            </a:xfrm>
            <a:custGeom>
              <a:avLst/>
              <a:pathLst>
                <a:path w="96835" h="74190">
                  <a:moveTo>
                    <a:pt x="0" y="0"/>
                  </a:moveTo>
                  <a:lnTo>
                    <a:pt x="0" y="74190"/>
                  </a:lnTo>
                  <a:lnTo>
                    <a:pt x="96835" y="7419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093001" y="379234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270533" y="3174905"/>
              <a:ext cx="0" cy="2567"/>
            </a:xfrm>
            <a:custGeom>
              <a:avLst/>
              <a:pathLst>
                <a:path w="0" h="2567">
                  <a:moveTo>
                    <a:pt x="0" y="256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270533" y="3243083"/>
              <a:ext cx="0" cy="63043"/>
            </a:xfrm>
            <a:custGeom>
              <a:avLst/>
              <a:pathLst>
                <a:path w="0" h="63043">
                  <a:moveTo>
                    <a:pt x="0" y="0"/>
                  </a:moveTo>
                  <a:lnTo>
                    <a:pt x="0" y="63043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222115" y="3177472"/>
              <a:ext cx="96835" cy="65610"/>
            </a:xfrm>
            <a:custGeom>
              <a:avLst/>
              <a:pathLst>
                <a:path w="96835" h="65610">
                  <a:moveTo>
                    <a:pt x="0" y="0"/>
                  </a:moveTo>
                  <a:lnTo>
                    <a:pt x="0" y="65610"/>
                  </a:lnTo>
                  <a:lnTo>
                    <a:pt x="96835" y="65610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222115" y="318003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99648" y="2906625"/>
              <a:ext cx="0" cy="69366"/>
            </a:xfrm>
            <a:custGeom>
              <a:avLst/>
              <a:pathLst>
                <a:path w="0" h="69366">
                  <a:moveTo>
                    <a:pt x="0" y="693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399648" y="3130642"/>
              <a:ext cx="0" cy="85283"/>
            </a:xfrm>
            <a:custGeom>
              <a:avLst/>
              <a:pathLst>
                <a:path w="0" h="85283">
                  <a:moveTo>
                    <a:pt x="0" y="0"/>
                  </a:moveTo>
                  <a:lnTo>
                    <a:pt x="0" y="85283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351230" y="2975992"/>
              <a:ext cx="96835" cy="154649"/>
            </a:xfrm>
            <a:custGeom>
              <a:avLst/>
              <a:pathLst>
                <a:path w="96835" h="154649">
                  <a:moveTo>
                    <a:pt x="0" y="0"/>
                  </a:moveTo>
                  <a:lnTo>
                    <a:pt x="0" y="154649"/>
                  </a:lnTo>
                  <a:lnTo>
                    <a:pt x="96835" y="15464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351230" y="304535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6063950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6063950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063950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063950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063950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063950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063950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063950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063950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14141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7053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39964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52876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141419" y="5207239"/>
              <a:ext cx="0" cy="1005"/>
            </a:xfrm>
            <a:custGeom>
              <a:avLst/>
              <a:pathLst>
                <a:path w="0" h="1005">
                  <a:moveTo>
                    <a:pt x="0" y="10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141419" y="5216402"/>
              <a:ext cx="0" cy="7152"/>
            </a:xfrm>
            <a:custGeom>
              <a:avLst/>
              <a:pathLst>
                <a:path w="0" h="7152">
                  <a:moveTo>
                    <a:pt x="0" y="0"/>
                  </a:moveTo>
                  <a:lnTo>
                    <a:pt x="0" y="7152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93001" y="5208244"/>
              <a:ext cx="96835" cy="8158"/>
            </a:xfrm>
            <a:custGeom>
              <a:avLst/>
              <a:pathLst>
                <a:path w="96835" h="8158">
                  <a:moveTo>
                    <a:pt x="0" y="0"/>
                  </a:moveTo>
                  <a:lnTo>
                    <a:pt x="0" y="8158"/>
                  </a:lnTo>
                  <a:lnTo>
                    <a:pt x="96835" y="815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093001" y="5209250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70533" y="4974651"/>
              <a:ext cx="0" cy="18222"/>
            </a:xfrm>
            <a:custGeom>
              <a:avLst/>
              <a:pathLst>
                <a:path w="0" h="18222">
                  <a:moveTo>
                    <a:pt x="0" y="182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70533" y="5030256"/>
              <a:ext cx="0" cy="19160"/>
            </a:xfrm>
            <a:custGeom>
              <a:avLst/>
              <a:pathLst>
                <a:path w="0" h="19160">
                  <a:moveTo>
                    <a:pt x="0" y="0"/>
                  </a:moveTo>
                  <a:lnTo>
                    <a:pt x="0" y="1916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222115" y="4992873"/>
              <a:ext cx="96835" cy="37382"/>
            </a:xfrm>
            <a:custGeom>
              <a:avLst/>
              <a:pathLst>
                <a:path w="96835" h="37382">
                  <a:moveTo>
                    <a:pt x="0" y="0"/>
                  </a:moveTo>
                  <a:lnTo>
                    <a:pt x="0" y="37382"/>
                  </a:lnTo>
                  <a:lnTo>
                    <a:pt x="96835" y="37382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222115" y="5011095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399648" y="4811524"/>
              <a:ext cx="0" cy="10571"/>
            </a:xfrm>
            <a:custGeom>
              <a:avLst/>
              <a:pathLst>
                <a:path w="0" h="10571">
                  <a:moveTo>
                    <a:pt x="0" y="105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399648" y="4837128"/>
              <a:ext cx="0" cy="4462"/>
            </a:xfrm>
            <a:custGeom>
              <a:avLst/>
              <a:pathLst>
                <a:path w="0" h="4462">
                  <a:moveTo>
                    <a:pt x="0" y="0"/>
                  </a:moveTo>
                  <a:lnTo>
                    <a:pt x="0" y="4462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51230" y="4822095"/>
              <a:ext cx="96835" cy="15033"/>
            </a:xfrm>
            <a:custGeom>
              <a:avLst/>
              <a:pathLst>
                <a:path w="96835" h="15033">
                  <a:moveTo>
                    <a:pt x="0" y="0"/>
                  </a:moveTo>
                  <a:lnTo>
                    <a:pt x="0" y="15033"/>
                  </a:lnTo>
                  <a:lnTo>
                    <a:pt x="96835" y="1503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351230" y="483266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528762" y="4632578"/>
              <a:ext cx="0" cy="28563"/>
            </a:xfrm>
            <a:custGeom>
              <a:avLst/>
              <a:pathLst>
                <a:path w="0" h="28563">
                  <a:moveTo>
                    <a:pt x="0" y="285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528762" y="4718268"/>
              <a:ext cx="0" cy="28563"/>
            </a:xfrm>
            <a:custGeom>
              <a:avLst/>
              <a:pathLst>
                <a:path w="0" h="28563">
                  <a:moveTo>
                    <a:pt x="0" y="0"/>
                  </a:moveTo>
                  <a:lnTo>
                    <a:pt x="0" y="28563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80344" y="4661141"/>
              <a:ext cx="96835" cy="57127"/>
            </a:xfrm>
            <a:custGeom>
              <a:avLst/>
              <a:pathLst>
                <a:path w="96835" h="57127">
                  <a:moveTo>
                    <a:pt x="0" y="0"/>
                  </a:moveTo>
                  <a:lnTo>
                    <a:pt x="0" y="57127"/>
                  </a:lnTo>
                  <a:lnTo>
                    <a:pt x="96835" y="5712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480344" y="4689705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6063950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6063950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063950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063950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063950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063950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063950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063950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063950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63950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4141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27053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39964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52876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141419" y="6636856"/>
              <a:ext cx="0" cy="1642"/>
            </a:xfrm>
            <a:custGeom>
              <a:avLst/>
              <a:pathLst>
                <a:path w="0" h="1642">
                  <a:moveTo>
                    <a:pt x="0" y="164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141419" y="6641617"/>
              <a:ext cx="0" cy="1476"/>
            </a:xfrm>
            <a:custGeom>
              <a:avLst/>
              <a:pathLst>
                <a:path w="0" h="1476">
                  <a:moveTo>
                    <a:pt x="0" y="0"/>
                  </a:moveTo>
                  <a:lnTo>
                    <a:pt x="0" y="1476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93001" y="6638499"/>
              <a:ext cx="96835" cy="3118"/>
            </a:xfrm>
            <a:custGeom>
              <a:avLst/>
              <a:pathLst>
                <a:path w="96835" h="3118">
                  <a:moveTo>
                    <a:pt x="0" y="0"/>
                  </a:moveTo>
                  <a:lnTo>
                    <a:pt x="0" y="3118"/>
                  </a:lnTo>
                  <a:lnTo>
                    <a:pt x="96835" y="311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93001" y="664014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270533" y="6582229"/>
              <a:ext cx="0" cy="2305"/>
            </a:xfrm>
            <a:custGeom>
              <a:avLst/>
              <a:pathLst>
                <a:path w="0" h="2305">
                  <a:moveTo>
                    <a:pt x="0" y="23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270533" y="6589453"/>
              <a:ext cx="0" cy="2611"/>
            </a:xfrm>
            <a:custGeom>
              <a:avLst/>
              <a:pathLst>
                <a:path w="0" h="2611">
                  <a:moveTo>
                    <a:pt x="0" y="0"/>
                  </a:moveTo>
                  <a:lnTo>
                    <a:pt x="0" y="2611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222115" y="6584535"/>
              <a:ext cx="96835" cy="4917"/>
            </a:xfrm>
            <a:custGeom>
              <a:avLst/>
              <a:pathLst>
                <a:path w="96835" h="4917">
                  <a:moveTo>
                    <a:pt x="0" y="0"/>
                  </a:moveTo>
                  <a:lnTo>
                    <a:pt x="0" y="4917"/>
                  </a:lnTo>
                  <a:lnTo>
                    <a:pt x="96835" y="491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222115" y="658684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399648" y="65426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399648" y="65426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351230" y="654264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351230" y="654264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6063950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6675820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675820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675820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675820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675820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675820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6675820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6675820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6675820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675328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6882403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701151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714063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6675820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6675820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6675820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6675820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6675820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6675820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6675820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6675820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6675820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6675820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6675820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675328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6882403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701151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714063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6753288" y="3176202"/>
              <a:ext cx="0" cy="130059"/>
            </a:xfrm>
            <a:custGeom>
              <a:avLst/>
              <a:pathLst>
                <a:path w="0" h="130059">
                  <a:moveTo>
                    <a:pt x="0" y="13005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6753288" y="3437699"/>
              <a:ext cx="0" cy="1378"/>
            </a:xfrm>
            <a:custGeom>
              <a:avLst/>
              <a:pathLst>
                <a:path w="0" h="1378">
                  <a:moveTo>
                    <a:pt x="0" y="0"/>
                  </a:moveTo>
                  <a:lnTo>
                    <a:pt x="0" y="1378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04870" y="3306261"/>
              <a:ext cx="96835" cy="131437"/>
            </a:xfrm>
            <a:custGeom>
              <a:avLst/>
              <a:pathLst>
                <a:path w="96835" h="131437">
                  <a:moveTo>
                    <a:pt x="0" y="0"/>
                  </a:moveTo>
                  <a:lnTo>
                    <a:pt x="0" y="131437"/>
                  </a:lnTo>
                  <a:lnTo>
                    <a:pt x="96835" y="13143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6704870" y="343632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6882403" y="2640156"/>
              <a:ext cx="0" cy="25887"/>
            </a:xfrm>
            <a:custGeom>
              <a:avLst/>
              <a:pathLst>
                <a:path w="0" h="25887">
                  <a:moveTo>
                    <a:pt x="0" y="2588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6882403" y="2766621"/>
              <a:ext cx="0" cy="74690"/>
            </a:xfrm>
            <a:custGeom>
              <a:avLst/>
              <a:pathLst>
                <a:path w="0" h="74690">
                  <a:moveTo>
                    <a:pt x="0" y="0"/>
                  </a:moveTo>
                  <a:lnTo>
                    <a:pt x="0" y="7469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833985" y="2666044"/>
              <a:ext cx="96835" cy="100577"/>
            </a:xfrm>
            <a:custGeom>
              <a:avLst/>
              <a:pathLst>
                <a:path w="96835" h="100577">
                  <a:moveTo>
                    <a:pt x="0" y="0"/>
                  </a:moveTo>
                  <a:lnTo>
                    <a:pt x="0" y="100577"/>
                  </a:lnTo>
                  <a:lnTo>
                    <a:pt x="96835" y="100577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6833985" y="2691931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6675820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6675820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6675820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6675820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6675820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6675820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6675820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6675820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6675820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675328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6882403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701151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714063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753288" y="5235984"/>
              <a:ext cx="0" cy="248"/>
            </a:xfrm>
            <a:custGeom>
              <a:avLst/>
              <a:pathLst>
                <a:path w="0" h="248">
                  <a:moveTo>
                    <a:pt x="0" y="2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753288" y="5237152"/>
              <a:ext cx="0" cy="670"/>
            </a:xfrm>
            <a:custGeom>
              <a:avLst/>
              <a:pathLst>
                <a:path w="0" h="670">
                  <a:moveTo>
                    <a:pt x="0" y="0"/>
                  </a:moveTo>
                  <a:lnTo>
                    <a:pt x="0" y="67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04870" y="5236233"/>
              <a:ext cx="96835" cy="919"/>
            </a:xfrm>
            <a:custGeom>
              <a:avLst/>
              <a:pathLst>
                <a:path w="96835" h="919">
                  <a:moveTo>
                    <a:pt x="0" y="0"/>
                  </a:moveTo>
                  <a:lnTo>
                    <a:pt x="0" y="919"/>
                  </a:lnTo>
                  <a:lnTo>
                    <a:pt x="96835" y="919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704870" y="5236482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882403" y="4728428"/>
              <a:ext cx="0" cy="23689"/>
            </a:xfrm>
            <a:custGeom>
              <a:avLst/>
              <a:pathLst>
                <a:path w="0" h="23689">
                  <a:moveTo>
                    <a:pt x="0" y="2368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882403" y="4806726"/>
              <a:ext cx="0" cy="30919"/>
            </a:xfrm>
            <a:custGeom>
              <a:avLst/>
              <a:pathLst>
                <a:path w="0" h="30919">
                  <a:moveTo>
                    <a:pt x="0" y="0"/>
                  </a:moveTo>
                  <a:lnTo>
                    <a:pt x="0" y="30919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833985" y="4752118"/>
              <a:ext cx="96835" cy="54608"/>
            </a:xfrm>
            <a:custGeom>
              <a:avLst/>
              <a:pathLst>
                <a:path w="96835" h="54608">
                  <a:moveTo>
                    <a:pt x="0" y="0"/>
                  </a:moveTo>
                  <a:lnTo>
                    <a:pt x="0" y="54608"/>
                  </a:lnTo>
                  <a:lnTo>
                    <a:pt x="96835" y="5460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6833985" y="4775807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7011517" y="4219091"/>
              <a:ext cx="0" cy="199178"/>
            </a:xfrm>
            <a:custGeom>
              <a:avLst/>
              <a:pathLst>
                <a:path w="0" h="199178">
                  <a:moveTo>
                    <a:pt x="0" y="1991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7011517" y="4744294"/>
              <a:ext cx="0" cy="126845"/>
            </a:xfrm>
            <a:custGeom>
              <a:avLst/>
              <a:pathLst>
                <a:path w="0" h="126845">
                  <a:moveTo>
                    <a:pt x="0" y="0"/>
                  </a:moveTo>
                  <a:lnTo>
                    <a:pt x="0" y="12684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63099" y="4418270"/>
              <a:ext cx="96835" cy="326024"/>
            </a:xfrm>
            <a:custGeom>
              <a:avLst/>
              <a:pathLst>
                <a:path w="96835" h="326024">
                  <a:moveTo>
                    <a:pt x="0" y="0"/>
                  </a:moveTo>
                  <a:lnTo>
                    <a:pt x="0" y="326024"/>
                  </a:lnTo>
                  <a:lnTo>
                    <a:pt x="96835" y="326024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6963099" y="4617448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6675820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6675820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6675820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6675820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6675820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6675820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6675820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6675820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6675820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6675820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675328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6882403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701151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714063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6753288" y="6629607"/>
              <a:ext cx="0" cy="1013"/>
            </a:xfrm>
            <a:custGeom>
              <a:avLst/>
              <a:pathLst>
                <a:path w="0" h="1013">
                  <a:moveTo>
                    <a:pt x="0" y="101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6753288" y="6633668"/>
              <a:ext cx="0" cy="2035"/>
            </a:xfrm>
            <a:custGeom>
              <a:avLst/>
              <a:pathLst>
                <a:path w="0" h="2035">
                  <a:moveTo>
                    <a:pt x="0" y="0"/>
                  </a:moveTo>
                  <a:lnTo>
                    <a:pt x="0" y="2035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704870" y="6630620"/>
              <a:ext cx="96835" cy="3048"/>
            </a:xfrm>
            <a:custGeom>
              <a:avLst/>
              <a:pathLst>
                <a:path w="96835" h="3048">
                  <a:moveTo>
                    <a:pt x="0" y="0"/>
                  </a:moveTo>
                  <a:lnTo>
                    <a:pt x="0" y="3048"/>
                  </a:lnTo>
                  <a:lnTo>
                    <a:pt x="96835" y="3048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6704870" y="6631633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6882403" y="6383896"/>
              <a:ext cx="0" cy="7468"/>
            </a:xfrm>
            <a:custGeom>
              <a:avLst/>
              <a:pathLst>
                <a:path w="0" h="7468">
                  <a:moveTo>
                    <a:pt x="0" y="74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6882403" y="6413210"/>
              <a:ext cx="0" cy="14377"/>
            </a:xfrm>
            <a:custGeom>
              <a:avLst/>
              <a:pathLst>
                <a:path w="0" h="14377">
                  <a:moveTo>
                    <a:pt x="0" y="0"/>
                  </a:moveTo>
                  <a:lnTo>
                    <a:pt x="0" y="14377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833985" y="6391364"/>
              <a:ext cx="96835" cy="21845"/>
            </a:xfrm>
            <a:custGeom>
              <a:avLst/>
              <a:pathLst>
                <a:path w="96835" h="21845">
                  <a:moveTo>
                    <a:pt x="0" y="0"/>
                  </a:moveTo>
                  <a:lnTo>
                    <a:pt x="0" y="21845"/>
                  </a:lnTo>
                  <a:lnTo>
                    <a:pt x="96835" y="21845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6833985" y="6398832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7011517" y="6248331"/>
              <a:ext cx="0" cy="4428"/>
            </a:xfrm>
            <a:custGeom>
              <a:avLst/>
              <a:pathLst>
                <a:path w="0" h="4428">
                  <a:moveTo>
                    <a:pt x="0" y="44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7011517" y="6261573"/>
              <a:ext cx="0" cy="4384"/>
            </a:xfrm>
            <a:custGeom>
              <a:avLst/>
              <a:pathLst>
                <a:path w="0" h="4384">
                  <a:moveTo>
                    <a:pt x="0" y="0"/>
                  </a:moveTo>
                  <a:lnTo>
                    <a:pt x="0" y="4384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63099" y="6252760"/>
              <a:ext cx="96835" cy="8813"/>
            </a:xfrm>
            <a:custGeom>
              <a:avLst/>
              <a:pathLst>
                <a:path w="96835" h="8813">
                  <a:moveTo>
                    <a:pt x="0" y="0"/>
                  </a:moveTo>
                  <a:lnTo>
                    <a:pt x="0" y="8813"/>
                  </a:lnTo>
                  <a:lnTo>
                    <a:pt x="96835" y="881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6963099" y="6257189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7140632" y="6050732"/>
              <a:ext cx="0" cy="8271"/>
            </a:xfrm>
            <a:custGeom>
              <a:avLst/>
              <a:pathLst>
                <a:path w="0" h="8271">
                  <a:moveTo>
                    <a:pt x="0" y="827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7140632" y="6082658"/>
              <a:ext cx="0" cy="15382"/>
            </a:xfrm>
            <a:custGeom>
              <a:avLst/>
              <a:pathLst>
                <a:path w="0" h="15382">
                  <a:moveTo>
                    <a:pt x="0" y="0"/>
                  </a:moveTo>
                  <a:lnTo>
                    <a:pt x="0" y="15382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7092214" y="6059004"/>
              <a:ext cx="96835" cy="23653"/>
            </a:xfrm>
            <a:custGeom>
              <a:avLst/>
              <a:pathLst>
                <a:path w="96835" h="23653">
                  <a:moveTo>
                    <a:pt x="0" y="0"/>
                  </a:moveTo>
                  <a:lnTo>
                    <a:pt x="0" y="23653"/>
                  </a:lnTo>
                  <a:lnTo>
                    <a:pt x="96835" y="23653"/>
                  </a:lnTo>
                  <a:lnTo>
                    <a:pt x="96835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7092214" y="6067276"/>
              <a:ext cx="96835" cy="0"/>
            </a:xfrm>
            <a:custGeom>
              <a:avLst/>
              <a:pathLst>
                <a:path w="96835" h="0">
                  <a:moveTo>
                    <a:pt x="0" y="0"/>
                  </a:moveTo>
                  <a:lnTo>
                    <a:pt x="96835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6675820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7287689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7287689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7287689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7287689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7287689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7287689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7287689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7287689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7287689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735026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7454545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7558830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7663114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776739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7287689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7287689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7287689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7287689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7287689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7287689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7287689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7287689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7287689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7287689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7287689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735026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7454545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7558830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7663114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776739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7287689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7287689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7287689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7287689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7287689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7287689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7287689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7287689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7287689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735026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7454545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7558830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7663114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776739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7350260" y="5009084"/>
              <a:ext cx="0" cy="42965"/>
            </a:xfrm>
            <a:custGeom>
              <a:avLst/>
              <a:pathLst>
                <a:path w="0" h="42965">
                  <a:moveTo>
                    <a:pt x="0" y="4296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7350260" y="5103154"/>
              <a:ext cx="0" cy="8139"/>
            </a:xfrm>
            <a:custGeom>
              <a:avLst/>
              <a:pathLst>
                <a:path w="0" h="8139">
                  <a:moveTo>
                    <a:pt x="0" y="0"/>
                  </a:moveTo>
                  <a:lnTo>
                    <a:pt x="0" y="813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7311153" y="5052049"/>
              <a:ext cx="78213" cy="51104"/>
            </a:xfrm>
            <a:custGeom>
              <a:avLst/>
              <a:pathLst>
                <a:path w="78213" h="51104">
                  <a:moveTo>
                    <a:pt x="0" y="0"/>
                  </a:moveTo>
                  <a:lnTo>
                    <a:pt x="0" y="51104"/>
                  </a:lnTo>
                  <a:lnTo>
                    <a:pt x="78213" y="51104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7311153" y="5095014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7454545" y="4616070"/>
              <a:ext cx="0" cy="114914"/>
            </a:xfrm>
            <a:custGeom>
              <a:avLst/>
              <a:pathLst>
                <a:path w="0" h="114914">
                  <a:moveTo>
                    <a:pt x="0" y="1149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7454545" y="4854144"/>
              <a:ext cx="0" cy="8244"/>
            </a:xfrm>
            <a:custGeom>
              <a:avLst/>
              <a:pathLst>
                <a:path w="0" h="8244">
                  <a:moveTo>
                    <a:pt x="0" y="0"/>
                  </a:moveTo>
                  <a:lnTo>
                    <a:pt x="0" y="8244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7415438" y="4730985"/>
              <a:ext cx="78213" cy="123159"/>
            </a:xfrm>
            <a:custGeom>
              <a:avLst/>
              <a:pathLst>
                <a:path w="78213" h="123159">
                  <a:moveTo>
                    <a:pt x="0" y="0"/>
                  </a:moveTo>
                  <a:lnTo>
                    <a:pt x="0" y="123159"/>
                  </a:lnTo>
                  <a:lnTo>
                    <a:pt x="78213" y="123159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7415438" y="4845900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7558830" y="4427893"/>
              <a:ext cx="0" cy="29731"/>
            </a:xfrm>
            <a:custGeom>
              <a:avLst/>
              <a:pathLst>
                <a:path w="0" h="29731">
                  <a:moveTo>
                    <a:pt x="0" y="2973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7558830" y="4651642"/>
              <a:ext cx="0" cy="164285"/>
            </a:xfrm>
            <a:custGeom>
              <a:avLst/>
              <a:pathLst>
                <a:path w="0" h="164285">
                  <a:moveTo>
                    <a:pt x="0" y="0"/>
                  </a:moveTo>
                  <a:lnTo>
                    <a:pt x="0" y="16428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7519723" y="4457625"/>
              <a:ext cx="78213" cy="194017"/>
            </a:xfrm>
            <a:custGeom>
              <a:avLst/>
              <a:pathLst>
                <a:path w="78213" h="194017">
                  <a:moveTo>
                    <a:pt x="0" y="0"/>
                  </a:moveTo>
                  <a:lnTo>
                    <a:pt x="0" y="194017"/>
                  </a:lnTo>
                  <a:lnTo>
                    <a:pt x="78213" y="19401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7519723" y="448735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7663114" y="4117055"/>
              <a:ext cx="0" cy="60914"/>
            </a:xfrm>
            <a:custGeom>
              <a:avLst/>
              <a:pathLst>
                <a:path w="0" h="60914">
                  <a:moveTo>
                    <a:pt x="0" y="6091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7663114" y="4299797"/>
              <a:ext cx="0" cy="60914"/>
            </a:xfrm>
            <a:custGeom>
              <a:avLst/>
              <a:pathLst>
                <a:path w="0" h="60914">
                  <a:moveTo>
                    <a:pt x="0" y="0"/>
                  </a:moveTo>
                  <a:lnTo>
                    <a:pt x="0" y="60914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7624008" y="4177969"/>
              <a:ext cx="78213" cy="121828"/>
            </a:xfrm>
            <a:custGeom>
              <a:avLst/>
              <a:pathLst>
                <a:path w="78213" h="121828">
                  <a:moveTo>
                    <a:pt x="0" y="0"/>
                  </a:moveTo>
                  <a:lnTo>
                    <a:pt x="0" y="121828"/>
                  </a:lnTo>
                  <a:lnTo>
                    <a:pt x="78213" y="12182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7624008" y="423888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7287689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7287689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7287689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7287689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7287689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7287689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7287689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7287689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7287689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7287689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735026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7454545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7558830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7663114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776739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7350260" y="6640927"/>
              <a:ext cx="0" cy="1808"/>
            </a:xfrm>
            <a:custGeom>
              <a:avLst/>
              <a:pathLst>
                <a:path w="0" h="1808">
                  <a:moveTo>
                    <a:pt x="0" y="18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7350260" y="6644892"/>
              <a:ext cx="0" cy="349"/>
            </a:xfrm>
            <a:custGeom>
              <a:avLst/>
              <a:pathLst>
                <a:path w="0" h="349">
                  <a:moveTo>
                    <a:pt x="0" y="0"/>
                  </a:moveTo>
                  <a:lnTo>
                    <a:pt x="0" y="349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7311153" y="6642735"/>
              <a:ext cx="78213" cy="2157"/>
            </a:xfrm>
            <a:custGeom>
              <a:avLst/>
              <a:pathLst>
                <a:path w="78213" h="2157">
                  <a:moveTo>
                    <a:pt x="0" y="0"/>
                  </a:moveTo>
                  <a:lnTo>
                    <a:pt x="0" y="2157"/>
                  </a:lnTo>
                  <a:lnTo>
                    <a:pt x="78213" y="215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7311153" y="6644543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7454545" y="6429492"/>
              <a:ext cx="0" cy="11809"/>
            </a:xfrm>
            <a:custGeom>
              <a:avLst/>
              <a:pathLst>
                <a:path w="0" h="11809">
                  <a:moveTo>
                    <a:pt x="0" y="118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7454545" y="6484451"/>
              <a:ext cx="0" cy="31340"/>
            </a:xfrm>
            <a:custGeom>
              <a:avLst/>
              <a:pathLst>
                <a:path w="0" h="31340">
                  <a:moveTo>
                    <a:pt x="0" y="0"/>
                  </a:moveTo>
                  <a:lnTo>
                    <a:pt x="0" y="3134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7415438" y="6441301"/>
              <a:ext cx="78213" cy="43150"/>
            </a:xfrm>
            <a:custGeom>
              <a:avLst/>
              <a:pathLst>
                <a:path w="78213" h="43150">
                  <a:moveTo>
                    <a:pt x="0" y="0"/>
                  </a:moveTo>
                  <a:lnTo>
                    <a:pt x="0" y="43150"/>
                  </a:lnTo>
                  <a:lnTo>
                    <a:pt x="78213" y="43150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7415438" y="6453111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7558830" y="6296915"/>
              <a:ext cx="0" cy="3205"/>
            </a:xfrm>
            <a:custGeom>
              <a:avLst/>
              <a:pathLst>
                <a:path w="0" h="3205">
                  <a:moveTo>
                    <a:pt x="0" y="3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7558830" y="6310209"/>
              <a:ext cx="0" cy="6883"/>
            </a:xfrm>
            <a:custGeom>
              <a:avLst/>
              <a:pathLst>
                <a:path w="0" h="6883">
                  <a:moveTo>
                    <a:pt x="0" y="0"/>
                  </a:moveTo>
                  <a:lnTo>
                    <a:pt x="0" y="6883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7519723" y="6300120"/>
              <a:ext cx="78213" cy="10088"/>
            </a:xfrm>
            <a:custGeom>
              <a:avLst/>
              <a:pathLst>
                <a:path w="78213" h="10088">
                  <a:moveTo>
                    <a:pt x="0" y="0"/>
                  </a:moveTo>
                  <a:lnTo>
                    <a:pt x="0" y="10088"/>
                  </a:lnTo>
                  <a:lnTo>
                    <a:pt x="78213" y="10088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7519723" y="6303326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7663114" y="5908145"/>
              <a:ext cx="0" cy="168241"/>
            </a:xfrm>
            <a:custGeom>
              <a:avLst/>
              <a:pathLst>
                <a:path w="0" h="168241">
                  <a:moveTo>
                    <a:pt x="0" y="16824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7663114" y="6329784"/>
              <a:ext cx="0" cy="85155"/>
            </a:xfrm>
            <a:custGeom>
              <a:avLst/>
              <a:pathLst>
                <a:path w="0" h="85155">
                  <a:moveTo>
                    <a:pt x="0" y="0"/>
                  </a:moveTo>
                  <a:lnTo>
                    <a:pt x="0" y="85155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7624008" y="6076386"/>
              <a:ext cx="78213" cy="253397"/>
            </a:xfrm>
            <a:custGeom>
              <a:avLst/>
              <a:pathLst>
                <a:path w="78213" h="253397">
                  <a:moveTo>
                    <a:pt x="0" y="0"/>
                  </a:moveTo>
                  <a:lnTo>
                    <a:pt x="0" y="253397"/>
                  </a:lnTo>
                  <a:lnTo>
                    <a:pt x="78213" y="253397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7624008" y="6244628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7767399" y="5963995"/>
              <a:ext cx="0" cy="8795"/>
            </a:xfrm>
            <a:custGeom>
              <a:avLst/>
              <a:pathLst>
                <a:path w="0" h="8795">
                  <a:moveTo>
                    <a:pt x="0" y="87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7767399" y="5990383"/>
              <a:ext cx="0" cy="8795"/>
            </a:xfrm>
            <a:custGeom>
              <a:avLst/>
              <a:pathLst>
                <a:path w="0" h="8795">
                  <a:moveTo>
                    <a:pt x="0" y="0"/>
                  </a:moveTo>
                  <a:lnTo>
                    <a:pt x="0" y="8795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7728292" y="5972791"/>
              <a:ext cx="78213" cy="17591"/>
            </a:xfrm>
            <a:custGeom>
              <a:avLst/>
              <a:pathLst>
                <a:path w="78213" h="17591">
                  <a:moveTo>
                    <a:pt x="0" y="0"/>
                  </a:moveTo>
                  <a:lnTo>
                    <a:pt x="0" y="17591"/>
                  </a:lnTo>
                  <a:lnTo>
                    <a:pt x="78213" y="17591"/>
                  </a:lnTo>
                  <a:lnTo>
                    <a:pt x="78213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7728292" y="5981587"/>
              <a:ext cx="78213" cy="0"/>
            </a:xfrm>
            <a:custGeom>
              <a:avLst/>
              <a:pathLst>
                <a:path w="78213" h="0">
                  <a:moveTo>
                    <a:pt x="0" y="0"/>
                  </a:moveTo>
                  <a:lnTo>
                    <a:pt x="78213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7287689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7899559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7899559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7899559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7899559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7899559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7899559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7899559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7899559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7899559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7952038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803950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8126967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821443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8301896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8389361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7899559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7899559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7899559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7899559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7899559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7899559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7899559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7899559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7899559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7899559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7899559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7952038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803950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8126967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821443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8301896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8389361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7899559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7899559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7899559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7899559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7899559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7899559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7899559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7899559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7899559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7952038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803950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8126967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821443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8301896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8389361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7899559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899559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7899559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7899559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7899559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7899559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7899559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7899559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7899559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7899559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7952038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803950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8126967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821443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8301896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8389361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7952038" y="6481289"/>
              <a:ext cx="0" cy="6699"/>
            </a:xfrm>
            <a:custGeom>
              <a:avLst/>
              <a:pathLst>
                <a:path w="0" h="6699">
                  <a:moveTo>
                    <a:pt x="0" y="66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7952038" y="6511084"/>
              <a:ext cx="0" cy="16395"/>
            </a:xfrm>
            <a:custGeom>
              <a:avLst/>
              <a:pathLst>
                <a:path w="0" h="16395">
                  <a:moveTo>
                    <a:pt x="0" y="0"/>
                  </a:moveTo>
                  <a:lnTo>
                    <a:pt x="0" y="16395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6"/>
            <p:cNvSpPr/>
            <p:nvPr/>
          </p:nvSpPr>
          <p:spPr>
            <a:xfrm>
              <a:off x="7919239" y="6487989"/>
              <a:ext cx="65598" cy="23094"/>
            </a:xfrm>
            <a:custGeom>
              <a:avLst/>
              <a:pathLst>
                <a:path w="65598" h="23094">
                  <a:moveTo>
                    <a:pt x="0" y="0"/>
                  </a:moveTo>
                  <a:lnTo>
                    <a:pt x="0" y="23094"/>
                  </a:lnTo>
                  <a:lnTo>
                    <a:pt x="65598" y="23094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7919239" y="6494688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8039502" y="6374288"/>
              <a:ext cx="0" cy="15609"/>
            </a:xfrm>
            <a:custGeom>
              <a:avLst/>
              <a:pathLst>
                <a:path w="0" h="15609">
                  <a:moveTo>
                    <a:pt x="0" y="156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8039502" y="6411716"/>
              <a:ext cx="0" cy="6210"/>
            </a:xfrm>
            <a:custGeom>
              <a:avLst/>
              <a:pathLst>
                <a:path w="0" h="6210">
                  <a:moveTo>
                    <a:pt x="0" y="0"/>
                  </a:moveTo>
                  <a:lnTo>
                    <a:pt x="0" y="621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g990"/>
            <p:cNvSpPr/>
            <p:nvPr/>
          </p:nvSpPr>
          <p:spPr>
            <a:xfrm>
              <a:off x="8006703" y="6389897"/>
              <a:ext cx="65598" cy="21819"/>
            </a:xfrm>
            <a:custGeom>
              <a:avLst/>
              <a:pathLst>
                <a:path w="65598" h="21819">
                  <a:moveTo>
                    <a:pt x="0" y="0"/>
                  </a:moveTo>
                  <a:lnTo>
                    <a:pt x="0" y="21819"/>
                  </a:lnTo>
                  <a:lnTo>
                    <a:pt x="65598" y="21819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8006703" y="6405506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8126967" y="6312620"/>
              <a:ext cx="0" cy="6979"/>
            </a:xfrm>
            <a:custGeom>
              <a:avLst/>
              <a:pathLst>
                <a:path w="0" h="6979">
                  <a:moveTo>
                    <a:pt x="0" y="69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8126967" y="6334894"/>
              <a:ext cx="0" cy="8315"/>
            </a:xfrm>
            <a:custGeom>
              <a:avLst/>
              <a:pathLst>
                <a:path w="0" h="8315">
                  <a:moveTo>
                    <a:pt x="0" y="0"/>
                  </a:moveTo>
                  <a:lnTo>
                    <a:pt x="0" y="8315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g994"/>
            <p:cNvSpPr/>
            <p:nvPr/>
          </p:nvSpPr>
          <p:spPr>
            <a:xfrm>
              <a:off x="8094168" y="6319599"/>
              <a:ext cx="65598" cy="15294"/>
            </a:xfrm>
            <a:custGeom>
              <a:avLst/>
              <a:pathLst>
                <a:path w="65598" h="15294">
                  <a:moveTo>
                    <a:pt x="0" y="0"/>
                  </a:moveTo>
                  <a:lnTo>
                    <a:pt x="0" y="15294"/>
                  </a:lnTo>
                  <a:lnTo>
                    <a:pt x="65598" y="15294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8094168" y="6326578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8214432" y="6200028"/>
              <a:ext cx="0" cy="18552"/>
            </a:xfrm>
            <a:custGeom>
              <a:avLst/>
              <a:pathLst>
                <a:path w="0" h="18552">
                  <a:moveTo>
                    <a:pt x="0" y="1855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8214432" y="6246558"/>
              <a:ext cx="0" cy="9424"/>
            </a:xfrm>
            <a:custGeom>
              <a:avLst/>
              <a:pathLst>
                <a:path w="0" h="9424">
                  <a:moveTo>
                    <a:pt x="0" y="0"/>
                  </a:moveTo>
                  <a:lnTo>
                    <a:pt x="0" y="9424"/>
                  </a:lnTo>
                </a:path>
              </a:pathLst>
            </a:custGeom>
            <a:ln w="13550" cap="flat">
              <a:solidFill>
                <a:srgbClr val="2166A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g998"/>
            <p:cNvSpPr/>
            <p:nvPr/>
          </p:nvSpPr>
          <p:spPr>
            <a:xfrm>
              <a:off x="8181632" y="6218581"/>
              <a:ext cx="65598" cy="27977"/>
            </a:xfrm>
            <a:custGeom>
              <a:avLst/>
              <a:pathLst>
                <a:path w="65598" h="27977">
                  <a:moveTo>
                    <a:pt x="0" y="0"/>
                  </a:moveTo>
                  <a:lnTo>
                    <a:pt x="0" y="27977"/>
                  </a:lnTo>
                  <a:lnTo>
                    <a:pt x="65598" y="27977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8181632" y="6237133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2166A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8301896" y="6100241"/>
              <a:ext cx="0" cy="20850"/>
            </a:xfrm>
            <a:custGeom>
              <a:avLst/>
              <a:pathLst>
                <a:path w="0" h="20850">
                  <a:moveTo>
                    <a:pt x="0" y="208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8301896" y="6226905"/>
              <a:ext cx="0" cy="84963"/>
            </a:xfrm>
            <a:custGeom>
              <a:avLst/>
              <a:pathLst>
                <a:path w="0" h="84963">
                  <a:moveTo>
                    <a:pt x="0" y="0"/>
                  </a:moveTo>
                  <a:lnTo>
                    <a:pt x="0" y="84963"/>
                  </a:lnTo>
                </a:path>
              </a:pathLst>
            </a:custGeom>
            <a:ln w="13550" cap="flat">
              <a:solidFill>
                <a:srgbClr val="B2182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g1002"/>
            <p:cNvSpPr/>
            <p:nvPr/>
          </p:nvSpPr>
          <p:spPr>
            <a:xfrm>
              <a:off x="8269097" y="6121091"/>
              <a:ext cx="65598" cy="105813"/>
            </a:xfrm>
            <a:custGeom>
              <a:avLst/>
              <a:pathLst>
                <a:path w="65598" h="105813">
                  <a:moveTo>
                    <a:pt x="0" y="0"/>
                  </a:moveTo>
                  <a:lnTo>
                    <a:pt x="0" y="105813"/>
                  </a:lnTo>
                  <a:lnTo>
                    <a:pt x="65598" y="105813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8269097" y="6141941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B2182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8389361" y="5944866"/>
              <a:ext cx="0" cy="36607"/>
            </a:xfrm>
            <a:custGeom>
              <a:avLst/>
              <a:pathLst>
                <a:path w="0" h="36607">
                  <a:moveTo>
                    <a:pt x="0" y="3660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8389361" y="6054689"/>
              <a:ext cx="0" cy="36607"/>
            </a:xfrm>
            <a:custGeom>
              <a:avLst/>
              <a:pathLst>
                <a:path w="0" h="36607">
                  <a:moveTo>
                    <a:pt x="0" y="0"/>
                  </a:moveTo>
                  <a:lnTo>
                    <a:pt x="0" y="36607"/>
                  </a:lnTo>
                </a:path>
              </a:pathLst>
            </a:custGeom>
            <a:ln w="13550" cap="flat">
              <a:solidFill>
                <a:srgbClr val="1A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g1006"/>
            <p:cNvSpPr/>
            <p:nvPr/>
          </p:nvSpPr>
          <p:spPr>
            <a:xfrm>
              <a:off x="8356562" y="5981474"/>
              <a:ext cx="65598" cy="73215"/>
            </a:xfrm>
            <a:custGeom>
              <a:avLst/>
              <a:pathLst>
                <a:path w="65598" h="73215">
                  <a:moveTo>
                    <a:pt x="0" y="0"/>
                  </a:moveTo>
                  <a:lnTo>
                    <a:pt x="0" y="73215"/>
                  </a:lnTo>
                  <a:lnTo>
                    <a:pt x="65598" y="73215"/>
                  </a:lnTo>
                  <a:lnTo>
                    <a:pt x="65598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8356562" y="6018081"/>
              <a:ext cx="65598" cy="0"/>
            </a:xfrm>
            <a:custGeom>
              <a:avLst/>
              <a:pathLst>
                <a:path w="65598" h="0">
                  <a:moveTo>
                    <a:pt x="0" y="0"/>
                  </a:moveTo>
                  <a:lnTo>
                    <a:pt x="65598" y="0"/>
                  </a:lnTo>
                </a:path>
              </a:pathLst>
            </a:custGeom>
            <a:ln w="27101" cap="flat">
              <a:solidFill>
                <a:srgbClr val="1A1A1A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7899559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8511429" y="118125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8511429" y="23867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8511429" y="205461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8511429" y="172248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8511429" y="139036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8511429" y="222067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8511429" y="188854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8511429" y="155642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8511429" y="122429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8613106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8782569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8952032" y="118125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8511429" y="118125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8511429" y="257975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8511429" y="365088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8511429" y="338065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8511429" y="311042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8511429" y="284020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8511429" y="378599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8511429" y="351576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8511429" y="324554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8511429" y="297531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8511429" y="27050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8613106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8782569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8952032" y="257975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511429" y="257975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8511429" y="3978246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8511429" y="5132991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8511429" y="474997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8511429" y="4366955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8511429" y="3983937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8511429" y="494148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8511429" y="4558464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8511429" y="417544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8613106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8782569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8952032" y="3978246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8511429" y="3978246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8511429" y="5376741"/>
              <a:ext cx="542280" cy="13289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8511429" y="6521172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8511429" y="617177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8511429" y="582238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8511429" y="547299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8511429" y="6695869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8511429" y="6346476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8511429" y="5997083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8511429" y="5647690"/>
              <a:ext cx="542280" cy="0"/>
            </a:xfrm>
            <a:custGeom>
              <a:avLst/>
              <a:pathLst>
                <a:path w="542280" h="0">
                  <a:moveTo>
                    <a:pt x="0" y="0"/>
                  </a:moveTo>
                  <a:lnTo>
                    <a:pt x="542280" y="0"/>
                  </a:lnTo>
                  <a:lnTo>
                    <a:pt x="54228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8613106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8782569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8952032" y="5376741"/>
              <a:ext cx="0" cy="1328905"/>
            </a:xfrm>
            <a:custGeom>
              <a:avLst/>
              <a:pathLst>
                <a:path w="0" h="1328905">
                  <a:moveTo>
                    <a:pt x="0" y="13289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8613106" y="63906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8613106" y="63906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1B783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g1062"/>
            <p:cNvSpPr/>
            <p:nvPr/>
          </p:nvSpPr>
          <p:spPr>
            <a:xfrm>
              <a:off x="8549558" y="6390604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8549558" y="6390604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1B7837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8782569" y="6390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8782569" y="63900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762A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g1066"/>
            <p:cNvSpPr/>
            <p:nvPr/>
          </p:nvSpPr>
          <p:spPr>
            <a:xfrm>
              <a:off x="8719021" y="6390098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8719021" y="6390098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762A8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8952032" y="61046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8952032" y="61046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E0821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g1070"/>
            <p:cNvSpPr/>
            <p:nvPr/>
          </p:nvSpPr>
          <p:spPr>
            <a:xfrm>
              <a:off x="8888483" y="610462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 w="13550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8888483" y="6104626"/>
              <a:ext cx="127097" cy="0"/>
            </a:xfrm>
            <a:custGeom>
              <a:avLst/>
              <a:pathLst>
                <a:path w="127097" h="0">
                  <a:moveTo>
                    <a:pt x="0" y="0"/>
                  </a:moveTo>
                  <a:lnTo>
                    <a:pt x="127097" y="0"/>
                  </a:lnTo>
                </a:path>
              </a:pathLst>
            </a:custGeom>
            <a:ln w="27101" cap="flat">
              <a:solidFill>
                <a:srgbClr val="E0821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8511429" y="5376741"/>
              <a:ext cx="542280" cy="1328905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1780862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tx1074"/>
            <p:cNvSpPr/>
            <p:nvPr/>
          </p:nvSpPr>
          <p:spPr>
            <a:xfrm>
              <a:off x="1881147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75" name="rc1075"/>
            <p:cNvSpPr/>
            <p:nvPr/>
          </p:nvSpPr>
          <p:spPr>
            <a:xfrm>
              <a:off x="1780862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tx1076"/>
            <p:cNvSpPr/>
            <p:nvPr/>
          </p:nvSpPr>
          <p:spPr>
            <a:xfrm>
              <a:off x="2020913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77" name="rc1077"/>
            <p:cNvSpPr/>
            <p:nvPr/>
          </p:nvSpPr>
          <p:spPr>
            <a:xfrm>
              <a:off x="2392732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tx1078"/>
            <p:cNvSpPr/>
            <p:nvPr/>
          </p:nvSpPr>
          <p:spPr>
            <a:xfrm>
              <a:off x="2493017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79" name="rc1079"/>
            <p:cNvSpPr/>
            <p:nvPr/>
          </p:nvSpPr>
          <p:spPr>
            <a:xfrm>
              <a:off x="2392732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tx1080"/>
            <p:cNvSpPr/>
            <p:nvPr/>
          </p:nvSpPr>
          <p:spPr>
            <a:xfrm>
              <a:off x="2632783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081" name="rc1081"/>
            <p:cNvSpPr/>
            <p:nvPr/>
          </p:nvSpPr>
          <p:spPr>
            <a:xfrm>
              <a:off x="3004602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tx1082"/>
            <p:cNvSpPr/>
            <p:nvPr/>
          </p:nvSpPr>
          <p:spPr>
            <a:xfrm>
              <a:off x="3104886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83" name="rc1083"/>
            <p:cNvSpPr/>
            <p:nvPr/>
          </p:nvSpPr>
          <p:spPr>
            <a:xfrm>
              <a:off x="3004602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tx1084"/>
            <p:cNvSpPr/>
            <p:nvPr/>
          </p:nvSpPr>
          <p:spPr>
            <a:xfrm>
              <a:off x="3244652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085" name="rc1085"/>
            <p:cNvSpPr/>
            <p:nvPr/>
          </p:nvSpPr>
          <p:spPr>
            <a:xfrm>
              <a:off x="3616471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tx1086"/>
            <p:cNvSpPr/>
            <p:nvPr/>
          </p:nvSpPr>
          <p:spPr>
            <a:xfrm>
              <a:off x="3716756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87" name="rc1087"/>
            <p:cNvSpPr/>
            <p:nvPr/>
          </p:nvSpPr>
          <p:spPr>
            <a:xfrm>
              <a:off x="3616471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tx1088"/>
            <p:cNvSpPr/>
            <p:nvPr/>
          </p:nvSpPr>
          <p:spPr>
            <a:xfrm>
              <a:off x="3856522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89" name="rc1089"/>
            <p:cNvSpPr/>
            <p:nvPr/>
          </p:nvSpPr>
          <p:spPr>
            <a:xfrm>
              <a:off x="4228341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tx1090"/>
            <p:cNvSpPr/>
            <p:nvPr/>
          </p:nvSpPr>
          <p:spPr>
            <a:xfrm>
              <a:off x="4328626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91" name="rc1091"/>
            <p:cNvSpPr/>
            <p:nvPr/>
          </p:nvSpPr>
          <p:spPr>
            <a:xfrm>
              <a:off x="4228341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tx1092"/>
            <p:cNvSpPr/>
            <p:nvPr/>
          </p:nvSpPr>
          <p:spPr>
            <a:xfrm>
              <a:off x="4468392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093" name="rc1093"/>
            <p:cNvSpPr/>
            <p:nvPr/>
          </p:nvSpPr>
          <p:spPr>
            <a:xfrm>
              <a:off x="4840211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tx1094"/>
            <p:cNvSpPr/>
            <p:nvPr/>
          </p:nvSpPr>
          <p:spPr>
            <a:xfrm>
              <a:off x="4940495" y="818973"/>
              <a:ext cx="3417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1095" name="rc1095"/>
            <p:cNvSpPr/>
            <p:nvPr/>
          </p:nvSpPr>
          <p:spPr>
            <a:xfrm>
              <a:off x="4840211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tx1096"/>
            <p:cNvSpPr/>
            <p:nvPr/>
          </p:nvSpPr>
          <p:spPr>
            <a:xfrm>
              <a:off x="5080261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097" name="rc1097"/>
            <p:cNvSpPr/>
            <p:nvPr/>
          </p:nvSpPr>
          <p:spPr>
            <a:xfrm>
              <a:off x="5452080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tx1098"/>
            <p:cNvSpPr/>
            <p:nvPr/>
          </p:nvSpPr>
          <p:spPr>
            <a:xfrm>
              <a:off x="5555520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099" name="rc1099"/>
            <p:cNvSpPr/>
            <p:nvPr/>
          </p:nvSpPr>
          <p:spPr>
            <a:xfrm>
              <a:off x="5452080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tx1100"/>
            <p:cNvSpPr/>
            <p:nvPr/>
          </p:nvSpPr>
          <p:spPr>
            <a:xfrm>
              <a:off x="5692131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01" name="rc1101"/>
            <p:cNvSpPr/>
            <p:nvPr/>
          </p:nvSpPr>
          <p:spPr>
            <a:xfrm>
              <a:off x="6063950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tx1102"/>
            <p:cNvSpPr/>
            <p:nvPr/>
          </p:nvSpPr>
          <p:spPr>
            <a:xfrm>
              <a:off x="6167389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03" name="rc1103"/>
            <p:cNvSpPr/>
            <p:nvPr/>
          </p:nvSpPr>
          <p:spPr>
            <a:xfrm>
              <a:off x="6063950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tx1104"/>
            <p:cNvSpPr/>
            <p:nvPr/>
          </p:nvSpPr>
          <p:spPr>
            <a:xfrm>
              <a:off x="6304001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05" name="rc1105"/>
            <p:cNvSpPr/>
            <p:nvPr/>
          </p:nvSpPr>
          <p:spPr>
            <a:xfrm>
              <a:off x="6675820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tx1106"/>
            <p:cNvSpPr/>
            <p:nvPr/>
          </p:nvSpPr>
          <p:spPr>
            <a:xfrm>
              <a:off x="6779259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07" name="rc1107"/>
            <p:cNvSpPr/>
            <p:nvPr/>
          </p:nvSpPr>
          <p:spPr>
            <a:xfrm>
              <a:off x="6675820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tx1108"/>
            <p:cNvSpPr/>
            <p:nvPr/>
          </p:nvSpPr>
          <p:spPr>
            <a:xfrm>
              <a:off x="6915870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09" name="rc1109"/>
            <p:cNvSpPr/>
            <p:nvPr/>
          </p:nvSpPr>
          <p:spPr>
            <a:xfrm>
              <a:off x="7287689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tx1110"/>
            <p:cNvSpPr/>
            <p:nvPr/>
          </p:nvSpPr>
          <p:spPr>
            <a:xfrm>
              <a:off x="7391129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11" name="rc1111"/>
            <p:cNvSpPr/>
            <p:nvPr/>
          </p:nvSpPr>
          <p:spPr>
            <a:xfrm>
              <a:off x="7287689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tx1112"/>
            <p:cNvSpPr/>
            <p:nvPr/>
          </p:nvSpPr>
          <p:spPr>
            <a:xfrm>
              <a:off x="7527740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13" name="rc1113"/>
            <p:cNvSpPr/>
            <p:nvPr/>
          </p:nvSpPr>
          <p:spPr>
            <a:xfrm>
              <a:off x="7899559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tx1114"/>
            <p:cNvSpPr/>
            <p:nvPr/>
          </p:nvSpPr>
          <p:spPr>
            <a:xfrm>
              <a:off x="8002998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15" name="rc1115"/>
            <p:cNvSpPr/>
            <p:nvPr/>
          </p:nvSpPr>
          <p:spPr>
            <a:xfrm>
              <a:off x="7899559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tx1116"/>
            <p:cNvSpPr/>
            <p:nvPr/>
          </p:nvSpPr>
          <p:spPr>
            <a:xfrm>
              <a:off x="8139610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117" name="rc1117"/>
            <p:cNvSpPr/>
            <p:nvPr/>
          </p:nvSpPr>
          <p:spPr>
            <a:xfrm>
              <a:off x="8511429" y="751551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tx1118"/>
            <p:cNvSpPr/>
            <p:nvPr/>
          </p:nvSpPr>
          <p:spPr>
            <a:xfrm>
              <a:off x="8614868" y="818973"/>
              <a:ext cx="33540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1119" name="rc1119"/>
            <p:cNvSpPr/>
            <p:nvPr/>
          </p:nvSpPr>
          <p:spPr>
            <a:xfrm>
              <a:off x="8511429" y="966404"/>
              <a:ext cx="542280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tx1120"/>
            <p:cNvSpPr/>
            <p:nvPr/>
          </p:nvSpPr>
          <p:spPr>
            <a:xfrm>
              <a:off x="8751479" y="103382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121" name="rc1121"/>
            <p:cNvSpPr/>
            <p:nvPr/>
          </p:nvSpPr>
          <p:spPr>
            <a:xfrm>
              <a:off x="9053709" y="1181256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tx1122"/>
            <p:cNvSpPr/>
            <p:nvPr/>
          </p:nvSpPr>
          <p:spPr>
            <a:xfrm rot="5400000">
              <a:off x="9092784" y="1805704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123" name="rc1123"/>
            <p:cNvSpPr/>
            <p:nvPr/>
          </p:nvSpPr>
          <p:spPr>
            <a:xfrm>
              <a:off x="9053709" y="2579751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tx1124"/>
            <p:cNvSpPr/>
            <p:nvPr/>
          </p:nvSpPr>
          <p:spPr>
            <a:xfrm rot="5400000">
              <a:off x="9092784" y="3204199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125" name="rc1125"/>
            <p:cNvSpPr/>
            <p:nvPr/>
          </p:nvSpPr>
          <p:spPr>
            <a:xfrm>
              <a:off x="9053709" y="3978246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tx1126"/>
            <p:cNvSpPr/>
            <p:nvPr/>
          </p:nvSpPr>
          <p:spPr>
            <a:xfrm rot="5400000">
              <a:off x="9092784" y="4602694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1127" name="rc1127"/>
            <p:cNvSpPr/>
            <p:nvPr/>
          </p:nvSpPr>
          <p:spPr>
            <a:xfrm>
              <a:off x="9053709" y="5376741"/>
              <a:ext cx="214852" cy="1328905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tx1128"/>
            <p:cNvSpPr/>
            <p:nvPr/>
          </p:nvSpPr>
          <p:spPr>
            <a:xfrm rot="5400000">
              <a:off x="9092784" y="6001189"/>
              <a:ext cx="13670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1129" name="pl1129"/>
            <p:cNvSpPr/>
            <p:nvPr/>
          </p:nvSpPr>
          <p:spPr>
            <a:xfrm>
              <a:off x="188254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205200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222146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tx1132"/>
            <p:cNvSpPr/>
            <p:nvPr/>
          </p:nvSpPr>
          <p:spPr>
            <a:xfrm>
              <a:off x="1851450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33" name="tx1133"/>
            <p:cNvSpPr/>
            <p:nvPr/>
          </p:nvSpPr>
          <p:spPr>
            <a:xfrm>
              <a:off x="202091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34" name="tx1134"/>
            <p:cNvSpPr/>
            <p:nvPr/>
          </p:nvSpPr>
          <p:spPr>
            <a:xfrm>
              <a:off x="2193530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35" name="pl1135"/>
            <p:cNvSpPr/>
            <p:nvPr/>
          </p:nvSpPr>
          <p:spPr>
            <a:xfrm>
              <a:off x="247020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259931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272842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285754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tx1139"/>
            <p:cNvSpPr/>
            <p:nvPr/>
          </p:nvSpPr>
          <p:spPr>
            <a:xfrm>
              <a:off x="243911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40" name="tx1140"/>
            <p:cNvSpPr/>
            <p:nvPr/>
          </p:nvSpPr>
          <p:spPr>
            <a:xfrm>
              <a:off x="256822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41" name="tx1141"/>
            <p:cNvSpPr/>
            <p:nvPr/>
          </p:nvSpPr>
          <p:spPr>
            <a:xfrm>
              <a:off x="2700494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42" name="tx1142"/>
            <p:cNvSpPr/>
            <p:nvPr/>
          </p:nvSpPr>
          <p:spPr>
            <a:xfrm>
              <a:off x="2826454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43" name="pl1143"/>
            <p:cNvSpPr/>
            <p:nvPr/>
          </p:nvSpPr>
          <p:spPr>
            <a:xfrm>
              <a:off x="306717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317145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327574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338002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348431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tx1148"/>
            <p:cNvSpPr/>
            <p:nvPr/>
          </p:nvSpPr>
          <p:spPr>
            <a:xfrm>
              <a:off x="303608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49" name="tx1149"/>
            <p:cNvSpPr/>
            <p:nvPr/>
          </p:nvSpPr>
          <p:spPr>
            <a:xfrm>
              <a:off x="3140368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50" name="tx1150"/>
            <p:cNvSpPr/>
            <p:nvPr/>
          </p:nvSpPr>
          <p:spPr>
            <a:xfrm>
              <a:off x="3247807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51" name="tx1151"/>
            <p:cNvSpPr/>
            <p:nvPr/>
          </p:nvSpPr>
          <p:spPr>
            <a:xfrm>
              <a:off x="334893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52" name="tx1152"/>
            <p:cNvSpPr/>
            <p:nvPr/>
          </p:nvSpPr>
          <p:spPr>
            <a:xfrm>
              <a:off x="345322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53" name="pl1153"/>
            <p:cNvSpPr/>
            <p:nvPr/>
          </p:nvSpPr>
          <p:spPr>
            <a:xfrm>
              <a:off x="367904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378332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388761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3991896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09618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tx1158"/>
            <p:cNvSpPr/>
            <p:nvPr/>
          </p:nvSpPr>
          <p:spPr>
            <a:xfrm>
              <a:off x="364795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59" name="tx1159"/>
            <p:cNvSpPr/>
            <p:nvPr/>
          </p:nvSpPr>
          <p:spPr>
            <a:xfrm>
              <a:off x="375223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60" name="tx1160"/>
            <p:cNvSpPr/>
            <p:nvPr/>
          </p:nvSpPr>
          <p:spPr>
            <a:xfrm>
              <a:off x="3859677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61" name="tx1161"/>
            <p:cNvSpPr/>
            <p:nvPr/>
          </p:nvSpPr>
          <p:spPr>
            <a:xfrm>
              <a:off x="396080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62" name="tx1162"/>
            <p:cNvSpPr/>
            <p:nvPr/>
          </p:nvSpPr>
          <p:spPr>
            <a:xfrm>
              <a:off x="406509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63" name="pl1163"/>
            <p:cNvSpPr/>
            <p:nvPr/>
          </p:nvSpPr>
          <p:spPr>
            <a:xfrm>
              <a:off x="428082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6828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45574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54321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63067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71814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tx1169"/>
            <p:cNvSpPr/>
            <p:nvPr/>
          </p:nvSpPr>
          <p:spPr>
            <a:xfrm>
              <a:off x="4249730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70" name="tx1170"/>
            <p:cNvSpPr/>
            <p:nvPr/>
          </p:nvSpPr>
          <p:spPr>
            <a:xfrm>
              <a:off x="433719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71" name="tx1171"/>
            <p:cNvSpPr/>
            <p:nvPr/>
          </p:nvSpPr>
          <p:spPr>
            <a:xfrm>
              <a:off x="4427814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72" name="tx1172"/>
            <p:cNvSpPr/>
            <p:nvPr/>
          </p:nvSpPr>
          <p:spPr>
            <a:xfrm>
              <a:off x="4512124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73" name="tx1173"/>
            <p:cNvSpPr/>
            <p:nvPr/>
          </p:nvSpPr>
          <p:spPr>
            <a:xfrm>
              <a:off x="459958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174" name="tx1174"/>
            <p:cNvSpPr/>
            <p:nvPr/>
          </p:nvSpPr>
          <p:spPr>
            <a:xfrm>
              <a:off x="4702598" y="6768277"/>
              <a:ext cx="3108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1175" name="pl1175"/>
            <p:cNvSpPr/>
            <p:nvPr/>
          </p:nvSpPr>
          <p:spPr>
            <a:xfrm>
              <a:off x="498810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523459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tx1177"/>
            <p:cNvSpPr/>
            <p:nvPr/>
          </p:nvSpPr>
          <p:spPr>
            <a:xfrm>
              <a:off x="4957016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78" name="tx1178"/>
            <p:cNvSpPr/>
            <p:nvPr/>
          </p:nvSpPr>
          <p:spPr>
            <a:xfrm>
              <a:off x="520350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79" name="pl1179"/>
            <p:cNvSpPr/>
            <p:nvPr/>
          </p:nvSpPr>
          <p:spPr>
            <a:xfrm>
              <a:off x="555375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572322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589268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tx1182"/>
            <p:cNvSpPr/>
            <p:nvPr/>
          </p:nvSpPr>
          <p:spPr>
            <a:xfrm>
              <a:off x="5522668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83" name="tx1183"/>
            <p:cNvSpPr/>
            <p:nvPr/>
          </p:nvSpPr>
          <p:spPr>
            <a:xfrm>
              <a:off x="569213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84" name="tx1184"/>
            <p:cNvSpPr/>
            <p:nvPr/>
          </p:nvSpPr>
          <p:spPr>
            <a:xfrm>
              <a:off x="5864748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85" name="pl1185"/>
            <p:cNvSpPr/>
            <p:nvPr/>
          </p:nvSpPr>
          <p:spPr>
            <a:xfrm>
              <a:off x="614141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627053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639964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652876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tx1189"/>
            <p:cNvSpPr/>
            <p:nvPr/>
          </p:nvSpPr>
          <p:spPr>
            <a:xfrm>
              <a:off x="611032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90" name="tx1190"/>
            <p:cNvSpPr/>
            <p:nvPr/>
          </p:nvSpPr>
          <p:spPr>
            <a:xfrm>
              <a:off x="623944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91" name="tx1191"/>
            <p:cNvSpPr/>
            <p:nvPr/>
          </p:nvSpPr>
          <p:spPr>
            <a:xfrm>
              <a:off x="6371713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192" name="tx1192"/>
            <p:cNvSpPr/>
            <p:nvPr/>
          </p:nvSpPr>
          <p:spPr>
            <a:xfrm>
              <a:off x="649767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193" name="pl1193"/>
            <p:cNvSpPr/>
            <p:nvPr/>
          </p:nvSpPr>
          <p:spPr>
            <a:xfrm>
              <a:off x="675328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6882403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701151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714063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tx1197"/>
            <p:cNvSpPr/>
            <p:nvPr/>
          </p:nvSpPr>
          <p:spPr>
            <a:xfrm>
              <a:off x="672219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198" name="tx1198"/>
            <p:cNvSpPr/>
            <p:nvPr/>
          </p:nvSpPr>
          <p:spPr>
            <a:xfrm>
              <a:off x="685131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199" name="tx1199"/>
            <p:cNvSpPr/>
            <p:nvPr/>
          </p:nvSpPr>
          <p:spPr>
            <a:xfrm>
              <a:off x="6983582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00" name="tx1200"/>
            <p:cNvSpPr/>
            <p:nvPr/>
          </p:nvSpPr>
          <p:spPr>
            <a:xfrm>
              <a:off x="710954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01" name="pl1201"/>
            <p:cNvSpPr/>
            <p:nvPr/>
          </p:nvSpPr>
          <p:spPr>
            <a:xfrm>
              <a:off x="735026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7454545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7558830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7663114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776739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tx1206"/>
            <p:cNvSpPr/>
            <p:nvPr/>
          </p:nvSpPr>
          <p:spPr>
            <a:xfrm>
              <a:off x="7319171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07" name="tx1207"/>
            <p:cNvSpPr/>
            <p:nvPr/>
          </p:nvSpPr>
          <p:spPr>
            <a:xfrm>
              <a:off x="742345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08" name="tx1208"/>
            <p:cNvSpPr/>
            <p:nvPr/>
          </p:nvSpPr>
          <p:spPr>
            <a:xfrm>
              <a:off x="7530895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09" name="tx1209"/>
            <p:cNvSpPr/>
            <p:nvPr/>
          </p:nvSpPr>
          <p:spPr>
            <a:xfrm>
              <a:off x="7632025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210" name="tx1210"/>
            <p:cNvSpPr/>
            <p:nvPr/>
          </p:nvSpPr>
          <p:spPr>
            <a:xfrm>
              <a:off x="7736310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11" name="pl1211"/>
            <p:cNvSpPr/>
            <p:nvPr/>
          </p:nvSpPr>
          <p:spPr>
            <a:xfrm>
              <a:off x="7952038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803950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8126967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821443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8301896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8389361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tx1217"/>
            <p:cNvSpPr/>
            <p:nvPr/>
          </p:nvSpPr>
          <p:spPr>
            <a:xfrm>
              <a:off x="7920948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18" name="tx1218"/>
            <p:cNvSpPr/>
            <p:nvPr/>
          </p:nvSpPr>
          <p:spPr>
            <a:xfrm>
              <a:off x="8008413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19" name="tx1219"/>
            <p:cNvSpPr/>
            <p:nvPr/>
          </p:nvSpPr>
          <p:spPr>
            <a:xfrm>
              <a:off x="8099032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20" name="tx1220"/>
            <p:cNvSpPr/>
            <p:nvPr/>
          </p:nvSpPr>
          <p:spPr>
            <a:xfrm>
              <a:off x="8183342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221" name="tx1221"/>
            <p:cNvSpPr/>
            <p:nvPr/>
          </p:nvSpPr>
          <p:spPr>
            <a:xfrm>
              <a:off x="827080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222" name="tx1222"/>
            <p:cNvSpPr/>
            <p:nvPr/>
          </p:nvSpPr>
          <p:spPr>
            <a:xfrm>
              <a:off x="8373816" y="6768277"/>
              <a:ext cx="3108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</a:t>
              </a:r>
            </a:p>
          </p:txBody>
        </p:sp>
        <p:sp>
          <p:nvSpPr>
            <p:cNvPr id="1223" name="pl1223"/>
            <p:cNvSpPr/>
            <p:nvPr/>
          </p:nvSpPr>
          <p:spPr>
            <a:xfrm>
              <a:off x="8613106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8782569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8952032" y="6705647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tx1226"/>
            <p:cNvSpPr/>
            <p:nvPr/>
          </p:nvSpPr>
          <p:spPr>
            <a:xfrm>
              <a:off x="8582017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227" name="tx1227"/>
            <p:cNvSpPr/>
            <p:nvPr/>
          </p:nvSpPr>
          <p:spPr>
            <a:xfrm>
              <a:off x="8751479" y="67682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28" name="tx1228"/>
            <p:cNvSpPr/>
            <p:nvPr/>
          </p:nvSpPr>
          <p:spPr>
            <a:xfrm>
              <a:off x="8924097" y="6768277"/>
              <a:ext cx="5586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229" name="tx1229"/>
            <p:cNvSpPr/>
            <p:nvPr/>
          </p:nvSpPr>
          <p:spPr>
            <a:xfrm>
              <a:off x="1656053" y="218066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30" name="tx1230"/>
            <p:cNvSpPr/>
            <p:nvPr/>
          </p:nvSpPr>
          <p:spPr>
            <a:xfrm>
              <a:off x="1656053" y="184854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231" name="tx1231"/>
            <p:cNvSpPr/>
            <p:nvPr/>
          </p:nvSpPr>
          <p:spPr>
            <a:xfrm>
              <a:off x="1593874" y="1516419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232" name="tx1232"/>
            <p:cNvSpPr/>
            <p:nvPr/>
          </p:nvSpPr>
          <p:spPr>
            <a:xfrm>
              <a:off x="1593874" y="1184294"/>
              <a:ext cx="12435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233" name="pl1233"/>
            <p:cNvSpPr/>
            <p:nvPr/>
          </p:nvSpPr>
          <p:spPr>
            <a:xfrm>
              <a:off x="1746068" y="22206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1746068" y="18885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1746068" y="15564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1746068" y="12242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tx1237"/>
            <p:cNvSpPr/>
            <p:nvPr/>
          </p:nvSpPr>
          <p:spPr>
            <a:xfrm>
              <a:off x="1656053" y="374598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238" name="tx1238"/>
            <p:cNvSpPr/>
            <p:nvPr/>
          </p:nvSpPr>
          <p:spPr>
            <a:xfrm>
              <a:off x="1656053" y="3475762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39" name="tx1239"/>
            <p:cNvSpPr/>
            <p:nvPr/>
          </p:nvSpPr>
          <p:spPr>
            <a:xfrm>
              <a:off x="1656053" y="320553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40" name="tx1240"/>
            <p:cNvSpPr/>
            <p:nvPr/>
          </p:nvSpPr>
          <p:spPr>
            <a:xfrm>
              <a:off x="1656053" y="293531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41" name="tx1241"/>
            <p:cNvSpPr/>
            <p:nvPr/>
          </p:nvSpPr>
          <p:spPr>
            <a:xfrm>
              <a:off x="1656053" y="266508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42" name="pl1242"/>
            <p:cNvSpPr/>
            <p:nvPr/>
          </p:nvSpPr>
          <p:spPr>
            <a:xfrm>
              <a:off x="1746068" y="37859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1746068" y="3515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1746068" y="32455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1746068" y="29753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1746068" y="27050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tx1247"/>
            <p:cNvSpPr/>
            <p:nvPr/>
          </p:nvSpPr>
          <p:spPr>
            <a:xfrm>
              <a:off x="1656053" y="490147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48" name="tx1248"/>
            <p:cNvSpPr/>
            <p:nvPr/>
          </p:nvSpPr>
          <p:spPr>
            <a:xfrm>
              <a:off x="1656053" y="451845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49" name="tx1249"/>
            <p:cNvSpPr/>
            <p:nvPr/>
          </p:nvSpPr>
          <p:spPr>
            <a:xfrm>
              <a:off x="1656053" y="413544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250" name="pl1250"/>
            <p:cNvSpPr/>
            <p:nvPr/>
          </p:nvSpPr>
          <p:spPr>
            <a:xfrm>
              <a:off x="1746068" y="49414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1746068" y="45584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1746068" y="41754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tx1253"/>
            <p:cNvSpPr/>
            <p:nvPr/>
          </p:nvSpPr>
          <p:spPr>
            <a:xfrm>
              <a:off x="1656053" y="6655864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54" name="tx1254"/>
            <p:cNvSpPr/>
            <p:nvPr/>
          </p:nvSpPr>
          <p:spPr>
            <a:xfrm>
              <a:off x="1656053" y="6306471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55" name="tx1255"/>
            <p:cNvSpPr/>
            <p:nvPr/>
          </p:nvSpPr>
          <p:spPr>
            <a:xfrm>
              <a:off x="1656053" y="5957078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56" name="tx1256"/>
            <p:cNvSpPr/>
            <p:nvPr/>
          </p:nvSpPr>
          <p:spPr>
            <a:xfrm>
              <a:off x="1656053" y="560768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257" name="pl1257"/>
            <p:cNvSpPr/>
            <p:nvPr/>
          </p:nvSpPr>
          <p:spPr>
            <a:xfrm>
              <a:off x="1746068" y="66958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1746068" y="63464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1746068" y="59970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1746068" y="56476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tx1261"/>
            <p:cNvSpPr/>
            <p:nvPr/>
          </p:nvSpPr>
          <p:spPr>
            <a:xfrm>
              <a:off x="4201728" y="6906581"/>
              <a:ext cx="243111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 from stem (a = near → f = far)</a:t>
              </a:r>
            </a:p>
          </p:txBody>
        </p:sp>
        <p:sp>
          <p:nvSpPr>
            <p:cNvPr id="1262" name="tx1262"/>
            <p:cNvSpPr/>
            <p:nvPr/>
          </p:nvSpPr>
          <p:spPr>
            <a:xfrm rot="-5400000">
              <a:off x="788240" y="3893434"/>
              <a:ext cx="138275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1263" name="tx1263"/>
            <p:cNvSpPr/>
            <p:nvPr/>
          </p:nvSpPr>
          <p:spPr>
            <a:xfrm>
              <a:off x="1780862" y="526789"/>
              <a:ext cx="383682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Intra-leaf protein spatial gradient (by leaf and stage)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93800" y="457200"/>
            <a:ext cx="8310563" cy="6648450"/>
            <a:chOff x="1193800" y="457200"/>
            <a:chExt cx="8310563" cy="6648450"/>
          </a:xfrm>
        </p:grpSpPr>
        <p:sp>
          <p:nvSpPr>
            <p:cNvPr id="3" name="rc3"/>
            <p:cNvSpPr/>
            <p:nvPr/>
          </p:nvSpPr>
          <p:spPr>
            <a:xfrm>
              <a:off x="1193800" y="457200"/>
              <a:ext cx="8310562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504362" y="457200"/>
              <a:ext cx="0" cy="6648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54284" y="1012587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754284" y="2913875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54284" y="2080350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54284" y="1246824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54284" y="3330638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754284" y="2497112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54284" y="166358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22716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70103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17489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64876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812263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33239" y="2352496"/>
              <a:ext cx="0" cy="131530"/>
            </a:xfrm>
            <a:custGeom>
              <a:avLst/>
              <a:pathLst>
                <a:path w="0" h="131530">
                  <a:moveTo>
                    <a:pt x="0" y="13153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933239" y="2928378"/>
              <a:ext cx="0" cy="312822"/>
            </a:xfrm>
            <a:custGeom>
              <a:avLst/>
              <a:pathLst>
                <a:path w="0" h="312822">
                  <a:moveTo>
                    <a:pt x="0" y="0"/>
                  </a:moveTo>
                  <a:lnTo>
                    <a:pt x="0" y="312822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849353" y="2484026"/>
              <a:ext cx="167770" cy="444352"/>
            </a:xfrm>
            <a:custGeom>
              <a:avLst/>
              <a:pathLst>
                <a:path w="167770" h="444352">
                  <a:moveTo>
                    <a:pt x="0" y="0"/>
                  </a:moveTo>
                  <a:lnTo>
                    <a:pt x="0" y="444352"/>
                  </a:lnTo>
                  <a:lnTo>
                    <a:pt x="167770" y="444352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9353" y="261555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12193" y="1689260"/>
              <a:ext cx="0" cy="248473"/>
            </a:xfrm>
            <a:custGeom>
              <a:avLst/>
              <a:pathLst>
                <a:path w="0" h="248473">
                  <a:moveTo>
                    <a:pt x="0" y="24847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12193" y="2269435"/>
              <a:ext cx="0" cy="83227"/>
            </a:xfrm>
            <a:custGeom>
              <a:avLst/>
              <a:pathLst>
                <a:path w="0" h="83227">
                  <a:moveTo>
                    <a:pt x="0" y="0"/>
                  </a:moveTo>
                  <a:lnTo>
                    <a:pt x="0" y="8322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028308" y="1937734"/>
              <a:ext cx="167770" cy="331701"/>
            </a:xfrm>
            <a:custGeom>
              <a:avLst/>
              <a:pathLst>
                <a:path w="167770" h="331701">
                  <a:moveTo>
                    <a:pt x="0" y="0"/>
                  </a:moveTo>
                  <a:lnTo>
                    <a:pt x="0" y="331701"/>
                  </a:lnTo>
                  <a:lnTo>
                    <a:pt x="167770" y="331701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28308" y="218620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80625" y="2862780"/>
              <a:ext cx="0" cy="83602"/>
            </a:xfrm>
            <a:custGeom>
              <a:avLst/>
              <a:pathLst>
                <a:path w="0" h="83602">
                  <a:moveTo>
                    <a:pt x="0" y="8360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380625" y="3172351"/>
              <a:ext cx="0" cy="142366"/>
            </a:xfrm>
            <a:custGeom>
              <a:avLst/>
              <a:pathLst>
                <a:path w="0" h="142366">
                  <a:moveTo>
                    <a:pt x="0" y="0"/>
                  </a:moveTo>
                  <a:lnTo>
                    <a:pt x="0" y="14236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296740" y="2946383"/>
              <a:ext cx="167770" cy="225968"/>
            </a:xfrm>
            <a:custGeom>
              <a:avLst/>
              <a:pathLst>
                <a:path w="167770" h="225968">
                  <a:moveTo>
                    <a:pt x="0" y="0"/>
                  </a:moveTo>
                  <a:lnTo>
                    <a:pt x="0" y="225968"/>
                  </a:lnTo>
                  <a:lnTo>
                    <a:pt x="167770" y="225968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296740" y="3029985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59580" y="1122212"/>
              <a:ext cx="0" cy="376420"/>
            </a:xfrm>
            <a:custGeom>
              <a:avLst/>
              <a:pathLst>
                <a:path w="0" h="376420">
                  <a:moveTo>
                    <a:pt x="0" y="37642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59580" y="2022878"/>
              <a:ext cx="0" cy="147825"/>
            </a:xfrm>
            <a:custGeom>
              <a:avLst/>
              <a:pathLst>
                <a:path w="0" h="147825">
                  <a:moveTo>
                    <a:pt x="0" y="0"/>
                  </a:moveTo>
                  <a:lnTo>
                    <a:pt x="0" y="14782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475695" y="1498632"/>
              <a:ext cx="167770" cy="524245"/>
            </a:xfrm>
            <a:custGeom>
              <a:avLst/>
              <a:pathLst>
                <a:path w="167770" h="524245">
                  <a:moveTo>
                    <a:pt x="0" y="0"/>
                  </a:moveTo>
                  <a:lnTo>
                    <a:pt x="0" y="524245"/>
                  </a:lnTo>
                  <a:lnTo>
                    <a:pt x="167770" y="524245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75695" y="1875052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754284" y="1012587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754284" y="3734559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54284" y="565032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54284" y="5098055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54284" y="4545786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54284" y="3993518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54284" y="592645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754284" y="537418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754284" y="4821921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754284" y="4269652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022716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470103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17489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364876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12263" y="3734559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33239" y="5865045"/>
              <a:ext cx="0" cy="9609"/>
            </a:xfrm>
            <a:custGeom>
              <a:avLst/>
              <a:pathLst>
                <a:path w="0" h="9609">
                  <a:moveTo>
                    <a:pt x="0" y="960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933239" y="5893763"/>
              <a:ext cx="0" cy="9499"/>
            </a:xfrm>
            <a:custGeom>
              <a:avLst/>
              <a:pathLst>
                <a:path w="0" h="9499">
                  <a:moveTo>
                    <a:pt x="0" y="0"/>
                  </a:moveTo>
                  <a:lnTo>
                    <a:pt x="0" y="94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849353" y="5874654"/>
              <a:ext cx="167770" cy="19108"/>
            </a:xfrm>
            <a:custGeom>
              <a:avLst/>
              <a:pathLst>
                <a:path w="167770" h="19108">
                  <a:moveTo>
                    <a:pt x="0" y="0"/>
                  </a:moveTo>
                  <a:lnTo>
                    <a:pt x="0" y="19108"/>
                  </a:lnTo>
                  <a:lnTo>
                    <a:pt x="167770" y="19108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849353" y="5884264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112193" y="5988090"/>
              <a:ext cx="0" cy="4749"/>
            </a:xfrm>
            <a:custGeom>
              <a:avLst/>
              <a:pathLst>
                <a:path w="0" h="4749">
                  <a:moveTo>
                    <a:pt x="0" y="4749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112193" y="5999467"/>
              <a:ext cx="0" cy="1877"/>
            </a:xfrm>
            <a:custGeom>
              <a:avLst/>
              <a:pathLst>
                <a:path w="0" h="1877">
                  <a:moveTo>
                    <a:pt x="0" y="0"/>
                  </a:moveTo>
                  <a:lnTo>
                    <a:pt x="0" y="187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028308" y="5992840"/>
              <a:ext cx="167770" cy="6627"/>
            </a:xfrm>
            <a:custGeom>
              <a:avLst/>
              <a:pathLst>
                <a:path w="167770" h="6627">
                  <a:moveTo>
                    <a:pt x="0" y="0"/>
                  </a:moveTo>
                  <a:lnTo>
                    <a:pt x="0" y="6627"/>
                  </a:lnTo>
                  <a:lnTo>
                    <a:pt x="167770" y="662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028308" y="5997589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380625" y="3844185"/>
              <a:ext cx="0" cy="32915"/>
            </a:xfrm>
            <a:custGeom>
              <a:avLst/>
              <a:pathLst>
                <a:path w="0" h="32915">
                  <a:moveTo>
                    <a:pt x="0" y="3291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380625" y="3933763"/>
              <a:ext cx="0" cy="23747"/>
            </a:xfrm>
            <a:custGeom>
              <a:avLst/>
              <a:pathLst>
                <a:path w="0" h="23747">
                  <a:moveTo>
                    <a:pt x="0" y="0"/>
                  </a:moveTo>
                  <a:lnTo>
                    <a:pt x="0" y="23747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2296740" y="3877100"/>
              <a:ext cx="167770" cy="56662"/>
            </a:xfrm>
            <a:custGeom>
              <a:avLst/>
              <a:pathLst>
                <a:path w="167770" h="56662">
                  <a:moveTo>
                    <a:pt x="0" y="0"/>
                  </a:moveTo>
                  <a:lnTo>
                    <a:pt x="0" y="56662"/>
                  </a:lnTo>
                  <a:lnTo>
                    <a:pt x="167770" y="56662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296740" y="3910015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559580" y="5846710"/>
              <a:ext cx="0" cy="26287"/>
            </a:xfrm>
            <a:custGeom>
              <a:avLst/>
              <a:pathLst>
                <a:path w="0" h="26287">
                  <a:moveTo>
                    <a:pt x="0" y="2628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559580" y="5903814"/>
              <a:ext cx="0" cy="4528"/>
            </a:xfrm>
            <a:custGeom>
              <a:avLst/>
              <a:pathLst>
                <a:path w="0" h="4528">
                  <a:moveTo>
                    <a:pt x="0" y="0"/>
                  </a:moveTo>
                  <a:lnTo>
                    <a:pt x="0" y="452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475695" y="5872998"/>
              <a:ext cx="167770" cy="30816"/>
            </a:xfrm>
            <a:custGeom>
              <a:avLst/>
              <a:pathLst>
                <a:path w="167770" h="30816">
                  <a:moveTo>
                    <a:pt x="0" y="0"/>
                  </a:moveTo>
                  <a:lnTo>
                    <a:pt x="0" y="30816"/>
                  </a:lnTo>
                  <a:lnTo>
                    <a:pt x="167770" y="30816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475695" y="589928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28012" y="5406662"/>
              <a:ext cx="0" cy="6295"/>
            </a:xfrm>
            <a:custGeom>
              <a:avLst/>
              <a:pathLst>
                <a:path w="0" h="6295">
                  <a:moveTo>
                    <a:pt x="0" y="629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28012" y="5439136"/>
              <a:ext cx="0" cy="19881"/>
            </a:xfrm>
            <a:custGeom>
              <a:avLst/>
              <a:pathLst>
                <a:path w="0" h="19881">
                  <a:moveTo>
                    <a:pt x="0" y="0"/>
                  </a:moveTo>
                  <a:lnTo>
                    <a:pt x="0" y="1988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744127" y="5412958"/>
              <a:ext cx="167770" cy="26177"/>
            </a:xfrm>
            <a:custGeom>
              <a:avLst/>
              <a:pathLst>
                <a:path w="167770" h="26177">
                  <a:moveTo>
                    <a:pt x="0" y="0"/>
                  </a:moveTo>
                  <a:lnTo>
                    <a:pt x="0" y="26177"/>
                  </a:lnTo>
                  <a:lnTo>
                    <a:pt x="167770" y="2617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44127" y="5419254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06967" y="5688761"/>
              <a:ext cx="0" cy="99408"/>
            </a:xfrm>
            <a:custGeom>
              <a:avLst/>
              <a:pathLst>
                <a:path w="0" h="99408">
                  <a:moveTo>
                    <a:pt x="0" y="994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06967" y="5899506"/>
              <a:ext cx="0" cy="11928"/>
            </a:xfrm>
            <a:custGeom>
              <a:avLst/>
              <a:pathLst>
                <a:path w="0" h="11928">
                  <a:moveTo>
                    <a:pt x="0" y="0"/>
                  </a:moveTo>
                  <a:lnTo>
                    <a:pt x="0" y="1192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923082" y="5788169"/>
              <a:ext cx="167770" cy="111337"/>
            </a:xfrm>
            <a:custGeom>
              <a:avLst/>
              <a:pathLst>
                <a:path w="167770" h="111337">
                  <a:moveTo>
                    <a:pt x="0" y="0"/>
                  </a:moveTo>
                  <a:lnTo>
                    <a:pt x="0" y="111337"/>
                  </a:lnTo>
                  <a:lnTo>
                    <a:pt x="167770" y="11133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23082" y="588757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75399" y="4796958"/>
              <a:ext cx="0" cy="354556"/>
            </a:xfrm>
            <a:custGeom>
              <a:avLst/>
              <a:pathLst>
                <a:path w="0" h="354556">
                  <a:moveTo>
                    <a:pt x="0" y="35455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75399" y="5739570"/>
              <a:ext cx="0" cy="233499"/>
            </a:xfrm>
            <a:custGeom>
              <a:avLst/>
              <a:pathLst>
                <a:path w="0" h="233499">
                  <a:moveTo>
                    <a:pt x="0" y="0"/>
                  </a:moveTo>
                  <a:lnTo>
                    <a:pt x="0" y="23349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191514" y="5151514"/>
              <a:ext cx="167770" cy="588055"/>
            </a:xfrm>
            <a:custGeom>
              <a:avLst/>
              <a:pathLst>
                <a:path w="167770" h="588055">
                  <a:moveTo>
                    <a:pt x="0" y="0"/>
                  </a:moveTo>
                  <a:lnTo>
                    <a:pt x="0" y="588055"/>
                  </a:lnTo>
                  <a:lnTo>
                    <a:pt x="167770" y="588055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191514" y="5506071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454354" y="6006646"/>
              <a:ext cx="0" cy="9830"/>
            </a:xfrm>
            <a:custGeom>
              <a:avLst/>
              <a:pathLst>
                <a:path w="0" h="9830">
                  <a:moveTo>
                    <a:pt x="0" y="983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454354" y="6031499"/>
              <a:ext cx="0" cy="5191"/>
            </a:xfrm>
            <a:custGeom>
              <a:avLst/>
              <a:pathLst>
                <a:path w="0" h="5191">
                  <a:moveTo>
                    <a:pt x="0" y="0"/>
                  </a:moveTo>
                  <a:lnTo>
                    <a:pt x="0" y="519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3370469" y="6016477"/>
              <a:ext cx="167770" cy="15021"/>
            </a:xfrm>
            <a:custGeom>
              <a:avLst/>
              <a:pathLst>
                <a:path w="167770" h="15021">
                  <a:moveTo>
                    <a:pt x="0" y="0"/>
                  </a:moveTo>
                  <a:lnTo>
                    <a:pt x="0" y="15021"/>
                  </a:lnTo>
                  <a:lnTo>
                    <a:pt x="167770" y="15021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370469" y="602630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722786" y="4773100"/>
              <a:ext cx="0" cy="22643"/>
            </a:xfrm>
            <a:custGeom>
              <a:avLst/>
              <a:pathLst>
                <a:path w="0" h="22643">
                  <a:moveTo>
                    <a:pt x="0" y="2264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722786" y="4872067"/>
              <a:ext cx="0" cy="53680"/>
            </a:xfrm>
            <a:custGeom>
              <a:avLst/>
              <a:pathLst>
                <a:path w="0" h="53680">
                  <a:moveTo>
                    <a:pt x="0" y="0"/>
                  </a:moveTo>
                  <a:lnTo>
                    <a:pt x="0" y="5368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638901" y="4795743"/>
              <a:ext cx="167770" cy="76323"/>
            </a:xfrm>
            <a:custGeom>
              <a:avLst/>
              <a:pathLst>
                <a:path w="167770" h="76323">
                  <a:moveTo>
                    <a:pt x="0" y="0"/>
                  </a:moveTo>
                  <a:lnTo>
                    <a:pt x="0" y="76323"/>
                  </a:lnTo>
                  <a:lnTo>
                    <a:pt x="167770" y="7632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638901" y="481838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901740" y="5578749"/>
              <a:ext cx="0" cy="50808"/>
            </a:xfrm>
            <a:custGeom>
              <a:avLst/>
              <a:pathLst>
                <a:path w="0" h="50808">
                  <a:moveTo>
                    <a:pt x="0" y="508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901740" y="5684895"/>
              <a:ext cx="0" cy="4528"/>
            </a:xfrm>
            <a:custGeom>
              <a:avLst/>
              <a:pathLst>
                <a:path w="0" h="4528">
                  <a:moveTo>
                    <a:pt x="0" y="0"/>
                  </a:moveTo>
                  <a:lnTo>
                    <a:pt x="0" y="452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817855" y="5629558"/>
              <a:ext cx="167770" cy="55337"/>
            </a:xfrm>
            <a:custGeom>
              <a:avLst/>
              <a:pathLst>
                <a:path w="167770" h="55337">
                  <a:moveTo>
                    <a:pt x="0" y="0"/>
                  </a:moveTo>
                  <a:lnTo>
                    <a:pt x="0" y="55337"/>
                  </a:lnTo>
                  <a:lnTo>
                    <a:pt x="167770" y="5533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817855" y="568036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1754284" y="3734559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462038" y="1012587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462038" y="292744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462038" y="242319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462038" y="191893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462038" y="1414681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462038" y="3179577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462038" y="2675321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462038" y="2171065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462038" y="166680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462038" y="116255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730470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177857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625244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072631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520017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640993" y="1538728"/>
              <a:ext cx="0" cy="201702"/>
            </a:xfrm>
            <a:custGeom>
              <a:avLst/>
              <a:pathLst>
                <a:path w="0" h="201702">
                  <a:moveTo>
                    <a:pt x="0" y="20170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640993" y="1975413"/>
              <a:ext cx="0" cy="33280"/>
            </a:xfrm>
            <a:custGeom>
              <a:avLst/>
              <a:pathLst>
                <a:path w="0" h="33280">
                  <a:moveTo>
                    <a:pt x="0" y="0"/>
                  </a:moveTo>
                  <a:lnTo>
                    <a:pt x="0" y="3328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4557108" y="1740430"/>
              <a:ext cx="167770" cy="234983"/>
            </a:xfrm>
            <a:custGeom>
              <a:avLst/>
              <a:pathLst>
                <a:path w="167770" h="234983">
                  <a:moveTo>
                    <a:pt x="0" y="0"/>
                  </a:moveTo>
                  <a:lnTo>
                    <a:pt x="0" y="234983"/>
                  </a:lnTo>
                  <a:lnTo>
                    <a:pt x="167770" y="23498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557108" y="194213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819948" y="3161424"/>
              <a:ext cx="0" cy="42357"/>
            </a:xfrm>
            <a:custGeom>
              <a:avLst/>
              <a:pathLst>
                <a:path w="0" h="42357">
                  <a:moveTo>
                    <a:pt x="0" y="423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819948" y="3280428"/>
              <a:ext cx="0" cy="34289"/>
            </a:xfrm>
            <a:custGeom>
              <a:avLst/>
              <a:pathLst>
                <a:path w="0" h="34289">
                  <a:moveTo>
                    <a:pt x="0" y="0"/>
                  </a:moveTo>
                  <a:lnTo>
                    <a:pt x="0" y="34289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4736063" y="3203781"/>
              <a:ext cx="167770" cy="76646"/>
            </a:xfrm>
            <a:custGeom>
              <a:avLst/>
              <a:pathLst>
                <a:path w="167770" h="76646">
                  <a:moveTo>
                    <a:pt x="0" y="0"/>
                  </a:moveTo>
                  <a:lnTo>
                    <a:pt x="0" y="76646"/>
                  </a:lnTo>
                  <a:lnTo>
                    <a:pt x="167770" y="76646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4736063" y="3246139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088380" y="1670843"/>
              <a:ext cx="0" cy="80176"/>
            </a:xfrm>
            <a:custGeom>
              <a:avLst/>
              <a:pathLst>
                <a:path w="0" h="80176">
                  <a:moveTo>
                    <a:pt x="0" y="80176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088380" y="1924988"/>
              <a:ext cx="0" cy="93791"/>
            </a:xfrm>
            <a:custGeom>
              <a:avLst/>
              <a:pathLst>
                <a:path w="0" h="93791">
                  <a:moveTo>
                    <a:pt x="0" y="0"/>
                  </a:moveTo>
                  <a:lnTo>
                    <a:pt x="0" y="9379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5004495" y="1751020"/>
              <a:ext cx="167770" cy="173968"/>
            </a:xfrm>
            <a:custGeom>
              <a:avLst/>
              <a:pathLst>
                <a:path w="167770" h="173968">
                  <a:moveTo>
                    <a:pt x="0" y="0"/>
                  </a:moveTo>
                  <a:lnTo>
                    <a:pt x="0" y="173968"/>
                  </a:lnTo>
                  <a:lnTo>
                    <a:pt x="167770" y="173968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004495" y="183119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267334" y="3117049"/>
              <a:ext cx="0" cy="8068"/>
            </a:xfrm>
            <a:custGeom>
              <a:avLst/>
              <a:pathLst>
                <a:path w="0" h="8068">
                  <a:moveTo>
                    <a:pt x="0" y="806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267334" y="3196722"/>
              <a:ext cx="0" cy="63536"/>
            </a:xfrm>
            <a:custGeom>
              <a:avLst/>
              <a:pathLst>
                <a:path w="0" h="63536">
                  <a:moveTo>
                    <a:pt x="0" y="0"/>
                  </a:moveTo>
                  <a:lnTo>
                    <a:pt x="0" y="63536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5183449" y="3125117"/>
              <a:ext cx="167770" cy="71604"/>
            </a:xfrm>
            <a:custGeom>
              <a:avLst/>
              <a:pathLst>
                <a:path w="167770" h="71604">
                  <a:moveTo>
                    <a:pt x="0" y="0"/>
                  </a:moveTo>
                  <a:lnTo>
                    <a:pt x="0" y="71604"/>
                  </a:lnTo>
                  <a:lnTo>
                    <a:pt x="167770" y="71604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183449" y="3133185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625244" y="1122212"/>
              <a:ext cx="0" cy="259187"/>
            </a:xfrm>
            <a:custGeom>
              <a:avLst/>
              <a:pathLst>
                <a:path w="0" h="259187">
                  <a:moveTo>
                    <a:pt x="0" y="25918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625244" y="2267378"/>
              <a:ext cx="0" cy="626790"/>
            </a:xfrm>
            <a:custGeom>
              <a:avLst/>
              <a:pathLst>
                <a:path w="0" h="626790">
                  <a:moveTo>
                    <a:pt x="0" y="0"/>
                  </a:moveTo>
                  <a:lnTo>
                    <a:pt x="0" y="62679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5457474" y="1381400"/>
              <a:ext cx="335540" cy="885977"/>
            </a:xfrm>
            <a:custGeom>
              <a:avLst/>
              <a:pathLst>
                <a:path w="335540" h="885977">
                  <a:moveTo>
                    <a:pt x="0" y="0"/>
                  </a:moveTo>
                  <a:lnTo>
                    <a:pt x="0" y="885977"/>
                  </a:lnTo>
                  <a:lnTo>
                    <a:pt x="335540" y="885977"/>
                  </a:lnTo>
                  <a:lnTo>
                    <a:pt x="33554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457474" y="1640587"/>
              <a:ext cx="335540" cy="0"/>
            </a:xfrm>
            <a:custGeom>
              <a:avLst/>
              <a:pathLst>
                <a:path w="335540" h="0">
                  <a:moveTo>
                    <a:pt x="0" y="0"/>
                  </a:moveTo>
                  <a:lnTo>
                    <a:pt x="33554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4462038" y="1012587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7102036" y="1012587"/>
              <a:ext cx="2326411" cy="24117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102036" y="2791296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102036" y="213578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102036" y="1480283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102036" y="311904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102036" y="2463542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102036" y="1808036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102036" y="1152529"/>
              <a:ext cx="2326411" cy="0"/>
            </a:xfrm>
            <a:custGeom>
              <a:avLst/>
              <a:pathLst>
                <a:path w="2326411" h="0">
                  <a:moveTo>
                    <a:pt x="0" y="0"/>
                  </a:moveTo>
                  <a:lnTo>
                    <a:pt x="2326411" y="0"/>
                  </a:lnTo>
                  <a:lnTo>
                    <a:pt x="232641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370468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817854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265241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712628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9160015" y="1012587"/>
              <a:ext cx="0" cy="2411755"/>
            </a:xfrm>
            <a:custGeom>
              <a:avLst/>
              <a:pathLst>
                <a:path w="0" h="2411755">
                  <a:moveTo>
                    <a:pt x="0" y="241175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280990" y="1122212"/>
              <a:ext cx="0" cy="541612"/>
            </a:xfrm>
            <a:custGeom>
              <a:avLst/>
              <a:pathLst>
                <a:path w="0" h="541612">
                  <a:moveTo>
                    <a:pt x="0" y="54161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280990" y="2227068"/>
              <a:ext cx="0" cy="21631"/>
            </a:xfrm>
            <a:custGeom>
              <a:avLst/>
              <a:pathLst>
                <a:path w="0" h="21631">
                  <a:moveTo>
                    <a:pt x="0" y="0"/>
                  </a:moveTo>
                  <a:lnTo>
                    <a:pt x="0" y="21631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7197105" y="1663824"/>
              <a:ext cx="167770" cy="563243"/>
            </a:xfrm>
            <a:custGeom>
              <a:avLst/>
              <a:pathLst>
                <a:path w="167770" h="563243">
                  <a:moveTo>
                    <a:pt x="0" y="0"/>
                  </a:moveTo>
                  <a:lnTo>
                    <a:pt x="0" y="563243"/>
                  </a:lnTo>
                  <a:lnTo>
                    <a:pt x="167770" y="56324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197105" y="220543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459945" y="1491426"/>
              <a:ext cx="0" cy="277033"/>
            </a:xfrm>
            <a:custGeom>
              <a:avLst/>
              <a:pathLst>
                <a:path w="0" h="277033">
                  <a:moveTo>
                    <a:pt x="0" y="277033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459945" y="2172907"/>
              <a:ext cx="0" cy="127414"/>
            </a:xfrm>
            <a:custGeom>
              <a:avLst/>
              <a:pathLst>
                <a:path w="0" h="127414">
                  <a:moveTo>
                    <a:pt x="0" y="0"/>
                  </a:moveTo>
                  <a:lnTo>
                    <a:pt x="0" y="12741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7376060" y="1768460"/>
              <a:ext cx="167770" cy="404447"/>
            </a:xfrm>
            <a:custGeom>
              <a:avLst/>
              <a:pathLst>
                <a:path w="167770" h="404447">
                  <a:moveTo>
                    <a:pt x="0" y="0"/>
                  </a:moveTo>
                  <a:lnTo>
                    <a:pt x="0" y="404447"/>
                  </a:lnTo>
                  <a:lnTo>
                    <a:pt x="167770" y="40444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376060" y="204549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728377" y="2484682"/>
              <a:ext cx="0" cy="265152"/>
            </a:xfrm>
            <a:custGeom>
              <a:avLst/>
              <a:pathLst>
                <a:path w="0" h="265152">
                  <a:moveTo>
                    <a:pt x="0" y="26515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728377" y="3163295"/>
              <a:ext cx="0" cy="148308"/>
            </a:xfrm>
            <a:custGeom>
              <a:avLst/>
              <a:pathLst>
                <a:path w="0" h="148308">
                  <a:moveTo>
                    <a:pt x="0" y="0"/>
                  </a:moveTo>
                  <a:lnTo>
                    <a:pt x="0" y="14830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7644492" y="2749835"/>
              <a:ext cx="167770" cy="413460"/>
            </a:xfrm>
            <a:custGeom>
              <a:avLst/>
              <a:pathLst>
                <a:path w="167770" h="413460">
                  <a:moveTo>
                    <a:pt x="0" y="0"/>
                  </a:moveTo>
                  <a:lnTo>
                    <a:pt x="0" y="413460"/>
                  </a:lnTo>
                  <a:lnTo>
                    <a:pt x="167770" y="413460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644492" y="3014987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907332" y="3284073"/>
              <a:ext cx="0" cy="12208"/>
            </a:xfrm>
            <a:custGeom>
              <a:avLst/>
              <a:pathLst>
                <a:path w="0" h="12208">
                  <a:moveTo>
                    <a:pt x="0" y="1220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907332" y="3311604"/>
              <a:ext cx="0" cy="3113"/>
            </a:xfrm>
            <a:custGeom>
              <a:avLst/>
              <a:pathLst>
                <a:path w="0" h="3113">
                  <a:moveTo>
                    <a:pt x="0" y="0"/>
                  </a:moveTo>
                  <a:lnTo>
                    <a:pt x="0" y="3113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7823447" y="3296281"/>
              <a:ext cx="167770" cy="15322"/>
            </a:xfrm>
            <a:custGeom>
              <a:avLst/>
              <a:pathLst>
                <a:path w="167770" h="15322">
                  <a:moveTo>
                    <a:pt x="0" y="0"/>
                  </a:moveTo>
                  <a:lnTo>
                    <a:pt x="0" y="15322"/>
                  </a:lnTo>
                  <a:lnTo>
                    <a:pt x="167770" y="15322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823447" y="3308490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75764" y="2793262"/>
              <a:ext cx="0" cy="101685"/>
            </a:xfrm>
            <a:custGeom>
              <a:avLst/>
              <a:pathLst>
                <a:path w="0" h="101685">
                  <a:moveTo>
                    <a:pt x="0" y="101685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75764" y="3032768"/>
              <a:ext cx="0" cy="36134"/>
            </a:xfrm>
            <a:custGeom>
              <a:avLst/>
              <a:pathLst>
                <a:path w="0" h="36134">
                  <a:moveTo>
                    <a:pt x="0" y="0"/>
                  </a:moveTo>
                  <a:lnTo>
                    <a:pt x="0" y="36134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8091879" y="2894948"/>
              <a:ext cx="167770" cy="137820"/>
            </a:xfrm>
            <a:custGeom>
              <a:avLst/>
              <a:pathLst>
                <a:path w="167770" h="137820">
                  <a:moveTo>
                    <a:pt x="0" y="0"/>
                  </a:moveTo>
                  <a:lnTo>
                    <a:pt x="0" y="137820"/>
                  </a:lnTo>
                  <a:lnTo>
                    <a:pt x="167770" y="137820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091879" y="299663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354719" y="3031047"/>
              <a:ext cx="0" cy="74072"/>
            </a:xfrm>
            <a:custGeom>
              <a:avLst/>
              <a:pathLst>
                <a:path w="0" h="74072">
                  <a:moveTo>
                    <a:pt x="0" y="7407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354719" y="3236057"/>
              <a:ext cx="0" cy="56865"/>
            </a:xfrm>
            <a:custGeom>
              <a:avLst/>
              <a:pathLst>
                <a:path w="0" h="56865">
                  <a:moveTo>
                    <a:pt x="0" y="0"/>
                  </a:moveTo>
                  <a:lnTo>
                    <a:pt x="0" y="56865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8270834" y="3105119"/>
              <a:ext cx="167770" cy="130937"/>
            </a:xfrm>
            <a:custGeom>
              <a:avLst/>
              <a:pathLst>
                <a:path w="167770" h="130937">
                  <a:moveTo>
                    <a:pt x="0" y="0"/>
                  </a:moveTo>
                  <a:lnTo>
                    <a:pt x="0" y="130937"/>
                  </a:lnTo>
                  <a:lnTo>
                    <a:pt x="167770" y="130937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270834" y="3179191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623151" y="1756906"/>
              <a:ext cx="0" cy="184934"/>
            </a:xfrm>
            <a:custGeom>
              <a:avLst/>
              <a:pathLst>
                <a:path w="0" h="184934">
                  <a:moveTo>
                    <a:pt x="0" y="184934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623151" y="2192654"/>
              <a:ext cx="0" cy="65878"/>
            </a:xfrm>
            <a:custGeom>
              <a:avLst/>
              <a:pathLst>
                <a:path w="0" h="65878">
                  <a:moveTo>
                    <a:pt x="0" y="0"/>
                  </a:moveTo>
                  <a:lnTo>
                    <a:pt x="0" y="6587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8539266" y="1941841"/>
              <a:ext cx="167770" cy="250813"/>
            </a:xfrm>
            <a:custGeom>
              <a:avLst/>
              <a:pathLst>
                <a:path w="167770" h="250813">
                  <a:moveTo>
                    <a:pt x="0" y="0"/>
                  </a:moveTo>
                  <a:lnTo>
                    <a:pt x="0" y="250813"/>
                  </a:lnTo>
                  <a:lnTo>
                    <a:pt x="167770" y="250813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539266" y="2126776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802105" y="1940448"/>
              <a:ext cx="0" cy="20812"/>
            </a:xfrm>
            <a:custGeom>
              <a:avLst/>
              <a:pathLst>
                <a:path w="0" h="20812">
                  <a:moveTo>
                    <a:pt x="0" y="20812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802105" y="2119811"/>
              <a:ext cx="0" cy="137738"/>
            </a:xfrm>
            <a:custGeom>
              <a:avLst/>
              <a:pathLst>
                <a:path w="0" h="137738">
                  <a:moveTo>
                    <a:pt x="0" y="0"/>
                  </a:moveTo>
                  <a:lnTo>
                    <a:pt x="0" y="137738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8718220" y="1961261"/>
              <a:ext cx="167770" cy="158550"/>
            </a:xfrm>
            <a:custGeom>
              <a:avLst/>
              <a:pathLst>
                <a:path w="167770" h="158550">
                  <a:moveTo>
                    <a:pt x="0" y="0"/>
                  </a:moveTo>
                  <a:lnTo>
                    <a:pt x="0" y="158550"/>
                  </a:lnTo>
                  <a:lnTo>
                    <a:pt x="167770" y="158550"/>
                  </a:lnTo>
                  <a:lnTo>
                    <a:pt x="167770" y="0"/>
                  </a:lnTo>
                  <a:close/>
                </a:path>
              </a:pathLst>
            </a:cu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718220" y="1982073"/>
              <a:ext cx="167770" cy="0"/>
            </a:xfrm>
            <a:custGeom>
              <a:avLst/>
              <a:pathLst>
                <a:path w="167770" h="0">
                  <a:moveTo>
                    <a:pt x="0" y="0"/>
                  </a:moveTo>
                  <a:lnTo>
                    <a:pt x="167770" y="0"/>
                  </a:lnTo>
                </a:path>
              </a:pathLst>
            </a:custGeom>
            <a:ln w="29565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102036" y="1012587"/>
              <a:ext cx="2326411" cy="2411755"/>
            </a:xfrm>
            <a:prstGeom prst="rect">
              <a:avLst/>
            </a:prstGeom>
            <a:noFill/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1754284" y="3500258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2"/>
            <p:cNvSpPr/>
            <p:nvPr/>
          </p:nvSpPr>
          <p:spPr>
            <a:xfrm>
              <a:off x="2843012" y="3573792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173" name="rc173"/>
            <p:cNvSpPr/>
            <p:nvPr/>
          </p:nvSpPr>
          <p:spPr>
            <a:xfrm>
              <a:off x="1754284" y="778286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tx174"/>
            <p:cNvSpPr/>
            <p:nvPr/>
          </p:nvSpPr>
          <p:spPr>
            <a:xfrm>
              <a:off x="2843012" y="85181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4462038" y="778286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5550766" y="85181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77" name="rc177"/>
            <p:cNvSpPr/>
            <p:nvPr/>
          </p:nvSpPr>
          <p:spPr>
            <a:xfrm>
              <a:off x="7102036" y="778286"/>
              <a:ext cx="2326411" cy="23430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4782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tx178"/>
            <p:cNvSpPr/>
            <p:nvPr/>
          </p:nvSpPr>
          <p:spPr>
            <a:xfrm>
              <a:off x="8190763" y="851819"/>
              <a:ext cx="14895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179" name="pl179"/>
            <p:cNvSpPr/>
            <p:nvPr/>
          </p:nvSpPr>
          <p:spPr>
            <a:xfrm>
              <a:off x="2022716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470103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917489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3364876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3812263" y="614631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988837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2436224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2887040" y="6214639"/>
              <a:ext cx="6089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3330998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3778385" y="621463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89" name="pl189"/>
            <p:cNvSpPr/>
            <p:nvPr/>
          </p:nvSpPr>
          <p:spPr>
            <a:xfrm>
              <a:off x="4730470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517785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562524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607263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6520017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tx194"/>
            <p:cNvSpPr/>
            <p:nvPr/>
          </p:nvSpPr>
          <p:spPr>
            <a:xfrm>
              <a:off x="469659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14397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594794" y="3492666"/>
              <a:ext cx="6089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6038752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648613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199" name="pl199"/>
            <p:cNvSpPr/>
            <p:nvPr/>
          </p:nvSpPr>
          <p:spPr>
            <a:xfrm>
              <a:off x="7370468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7817854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265241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712628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9160015" y="3424343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tx204"/>
            <p:cNvSpPr/>
            <p:nvPr/>
          </p:nvSpPr>
          <p:spPr>
            <a:xfrm>
              <a:off x="7336589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778397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8234792" y="3492666"/>
              <a:ext cx="6089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8678750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9126136" y="349266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6864365" y="3075432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6864365" y="2419925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6864365" y="1764419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6864365" y="1108913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7064078" y="311904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064078" y="246354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064078" y="180803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064078" y="115252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4156610" y="3135960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0.10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4156610" y="2631704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4156610" y="2127448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4156610" y="162319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156610" y="1118936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222" name="pl222"/>
            <p:cNvSpPr/>
            <p:nvPr/>
          </p:nvSpPr>
          <p:spPr>
            <a:xfrm>
              <a:off x="4424081" y="317957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424081" y="26753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424081" y="21710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424081" y="166680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424081" y="116255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tx227"/>
            <p:cNvSpPr/>
            <p:nvPr/>
          </p:nvSpPr>
          <p:spPr>
            <a:xfrm>
              <a:off x="1618203" y="3287021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618203" y="245349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618203" y="1619970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0" name="pl230"/>
            <p:cNvSpPr/>
            <p:nvPr/>
          </p:nvSpPr>
          <p:spPr>
            <a:xfrm>
              <a:off x="1716326" y="33306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1716326" y="249711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1716326" y="166358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1448856" y="5882840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1448856" y="5330572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448856" y="4778304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448856" y="4226035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37" name="pl237"/>
            <p:cNvSpPr/>
            <p:nvPr/>
          </p:nvSpPr>
          <p:spPr>
            <a:xfrm>
              <a:off x="1716326" y="592645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1716326" y="537418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1716326" y="482192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1716326" y="426965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4396702" y="6365434"/>
              <a:ext cx="238932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 node (a = basal → e = upper)</a:t>
              </a:r>
            </a:p>
          </p:txBody>
        </p:sp>
        <p:sp>
          <p:nvSpPr>
            <p:cNvPr id="242" name="tx242"/>
            <p:cNvSpPr/>
            <p:nvPr/>
          </p:nvSpPr>
          <p:spPr>
            <a:xfrm rot="-5400000">
              <a:off x="570336" y="3524861"/>
              <a:ext cx="1507937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243" name="rc243"/>
            <p:cNvSpPr/>
            <p:nvPr/>
          </p:nvSpPr>
          <p:spPr>
            <a:xfrm>
              <a:off x="4543585" y="6658448"/>
              <a:ext cx="2095559" cy="37128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4619501" y="6789501"/>
              <a:ext cx="46305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245" name="rc245"/>
            <p:cNvSpPr/>
            <p:nvPr/>
          </p:nvSpPr>
          <p:spPr>
            <a:xfrm>
              <a:off x="5158468" y="67343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268196" y="689895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268196" y="675630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5185900" y="6789227"/>
              <a:ext cx="164591" cy="109727"/>
            </a:xfrm>
            <a:prstGeom prst="rect">
              <a:avLst/>
            </a:prstGeom>
            <a:solidFill>
              <a:srgbClr val="E41A1C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185900" y="6844091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268196" y="69318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268196" y="67563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5902190" y="6734363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011918" y="689895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6011918" y="675630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5929622" y="6789227"/>
              <a:ext cx="164591" cy="109727"/>
            </a:xfrm>
            <a:prstGeom prst="rect">
              <a:avLst/>
            </a:prstGeom>
            <a:solidFill>
              <a:srgbClr val="377EB8">
                <a:alpha val="69803"/>
              </a:srgbClr>
            </a:solidFill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929622" y="6844091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6011918" y="693187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6011918" y="67563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5453840" y="6800474"/>
              <a:ext cx="37243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197561" y="6800474"/>
              <a:ext cx="36566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754284" y="533115"/>
              <a:ext cx="3058393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by stem node (V2-V5)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038225"/>
            <a:ext cx="9144000" cy="5486400"/>
            <a:chOff x="777081" y="1038225"/>
            <a:chExt cx="9144000" cy="5486400"/>
          </a:xfrm>
        </p:grpSpPr>
        <p:sp>
          <p:nvSpPr>
            <p:cNvPr id="3" name="rc3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465036" y="1640070"/>
              <a:ext cx="4145780" cy="38635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65036" y="4888937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65036" y="4010865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5036" y="313279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65036" y="2254720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65036" y="532797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465036" y="4449901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65036" y="3571829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65036" y="2693756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65036" y="1815684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943396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40661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37927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35192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32458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584626" y="1815684"/>
              <a:ext cx="717538" cy="1841487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584626" y="3657172"/>
              <a:ext cx="717538" cy="244726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584626" y="3901898"/>
              <a:ext cx="717538" cy="963536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584626" y="4865435"/>
              <a:ext cx="717538" cy="462538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81892" y="1815684"/>
              <a:ext cx="717538" cy="1582849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381892" y="3398534"/>
              <a:ext cx="717538" cy="319825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381892" y="3718359"/>
              <a:ext cx="717538" cy="1024376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381892" y="4742736"/>
              <a:ext cx="717538" cy="239306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81892" y="4982043"/>
              <a:ext cx="717538" cy="345930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179157" y="1815684"/>
              <a:ext cx="717538" cy="3158302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179157" y="4973987"/>
              <a:ext cx="717538" cy="50287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179157" y="5024274"/>
              <a:ext cx="717538" cy="303699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976423" y="1815684"/>
              <a:ext cx="717538" cy="2486053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976423" y="4301738"/>
              <a:ext cx="717538" cy="222100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976423" y="4523838"/>
              <a:ext cx="717538" cy="804135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773688" y="1815684"/>
              <a:ext cx="717538" cy="2709614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4773688" y="4525299"/>
              <a:ext cx="717538" cy="142882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773688" y="4668182"/>
              <a:ext cx="717538" cy="659791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465036" y="1640070"/>
              <a:ext cx="4145780" cy="38635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5693059" y="1640070"/>
              <a:ext cx="4145780" cy="38635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693059" y="4888937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693059" y="4010865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693059" y="313279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693059" y="2254720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693059" y="5327973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693059" y="4449901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693059" y="3571829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693059" y="2693756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693059" y="1815684"/>
              <a:ext cx="4145780" cy="0"/>
            </a:xfrm>
            <a:custGeom>
              <a:avLst/>
              <a:pathLst>
                <a:path w="4145780" h="0">
                  <a:moveTo>
                    <a:pt x="0" y="0"/>
                  </a:moveTo>
                  <a:lnTo>
                    <a:pt x="4145780" y="0"/>
                  </a:lnTo>
                  <a:lnTo>
                    <a:pt x="41457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6171418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968684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765949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563215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9360480" y="1640070"/>
              <a:ext cx="0" cy="3863518"/>
            </a:xfrm>
            <a:custGeom>
              <a:avLst/>
              <a:pathLst>
                <a:path w="0" h="3863518">
                  <a:moveTo>
                    <a:pt x="0" y="38635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812649" y="1815684"/>
              <a:ext cx="717538" cy="1642999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812649" y="3458684"/>
              <a:ext cx="717538" cy="132694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812649" y="3591379"/>
              <a:ext cx="717538" cy="939717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812649" y="4531096"/>
              <a:ext cx="717538" cy="796877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609914" y="1815684"/>
              <a:ext cx="717538" cy="761143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609914" y="2576828"/>
              <a:ext cx="717538" cy="180503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609914" y="2757331"/>
              <a:ext cx="717538" cy="1737303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609914" y="4494635"/>
              <a:ext cx="717538" cy="267886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609914" y="4762521"/>
              <a:ext cx="717538" cy="565452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407180" y="1815684"/>
              <a:ext cx="717538" cy="3188932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407180" y="5004616"/>
              <a:ext cx="717538" cy="143185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407180" y="5147802"/>
              <a:ext cx="717538" cy="180171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8204445" y="1815684"/>
              <a:ext cx="717538" cy="2477398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8204445" y="4293082"/>
              <a:ext cx="717538" cy="247458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8204445" y="4540540"/>
              <a:ext cx="717538" cy="787433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9001711" y="1815684"/>
              <a:ext cx="717538" cy="2813607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9001711" y="4629291"/>
              <a:ext cx="717538" cy="263993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9001711" y="4893285"/>
              <a:ext cx="717538" cy="434688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5693059" y="1640070"/>
              <a:ext cx="4145780" cy="38635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465036" y="1386228"/>
              <a:ext cx="4145780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336164" y="1465920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75" name="rc75"/>
            <p:cNvSpPr/>
            <p:nvPr/>
          </p:nvSpPr>
          <p:spPr>
            <a:xfrm>
              <a:off x="5693059" y="1386228"/>
              <a:ext cx="4145780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7567890" y="1465920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77" name="pl77"/>
            <p:cNvSpPr/>
            <p:nvPr/>
          </p:nvSpPr>
          <p:spPr>
            <a:xfrm>
              <a:off x="1943396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40661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537927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35192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132458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1855430" y="55776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59965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457231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254496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051762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87" name="pl87"/>
            <p:cNvSpPr/>
            <p:nvPr/>
          </p:nvSpPr>
          <p:spPr>
            <a:xfrm>
              <a:off x="6171418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968684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765949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563215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9360480" y="55035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6083453" y="55776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6887988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7685253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482519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9279784" y="55776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200275" y="5280745"/>
              <a:ext cx="190743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126849" y="4402672"/>
              <a:ext cx="26417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25%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126849" y="3524600"/>
              <a:ext cx="26417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126849" y="2646528"/>
              <a:ext cx="26417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75%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053423" y="1768455"/>
              <a:ext cx="33759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02" name="pl102"/>
            <p:cNvSpPr/>
            <p:nvPr/>
          </p:nvSpPr>
          <p:spPr>
            <a:xfrm>
              <a:off x="1423916" y="532797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1423916" y="444990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1423916" y="357182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423916" y="269375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423916" y="181568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5160951" y="57409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108" name="tx108"/>
            <p:cNvSpPr/>
            <p:nvPr/>
          </p:nvSpPr>
          <p:spPr>
            <a:xfrm rot="-5400000">
              <a:off x="-31485" y="3512713"/>
              <a:ext cx="189984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proportion</a:t>
              </a:r>
            </a:p>
          </p:txBody>
        </p:sp>
        <p:sp>
          <p:nvSpPr>
            <p:cNvPr id="109" name="rc109"/>
            <p:cNvSpPr/>
            <p:nvPr/>
          </p:nvSpPr>
          <p:spPr>
            <a:xfrm>
              <a:off x="3393696" y="6058444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3475938" y="61912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11" name="rc111"/>
            <p:cNvSpPr/>
            <p:nvPr/>
          </p:nvSpPr>
          <p:spPr>
            <a:xfrm>
              <a:off x="4017025" y="6140685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4027662" y="6151322"/>
              <a:ext cx="198183" cy="198183"/>
            </a:xfrm>
            <a:prstGeom prst="rect">
              <a:avLst/>
            </a:prstGeom>
            <a:solidFill>
              <a:srgbClr val="FF7F00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4855696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4866332" y="6151322"/>
              <a:ext cx="198183" cy="198183"/>
            </a:xfrm>
            <a:prstGeom prst="rect">
              <a:avLst/>
            </a:prstGeom>
            <a:solidFill>
              <a:srgbClr val="984EA3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914645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925281" y="6151322"/>
              <a:ext cx="198183" cy="198183"/>
            </a:xfrm>
            <a:prstGeom prst="rect">
              <a:avLst/>
            </a:prstGeom>
            <a:solidFill>
              <a:srgbClr val="4DAF4A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6555531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6566167" y="6151322"/>
              <a:ext cx="198183" cy="198183"/>
            </a:xfrm>
            <a:prstGeom prst="rect">
              <a:avLst/>
            </a:prstGeom>
            <a:solidFill>
              <a:srgbClr val="E41A1C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7218270" y="61406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7228907" y="6151322"/>
              <a:ext cx="198183" cy="198183"/>
            </a:xfrm>
            <a:prstGeom prst="rect">
              <a:avLst/>
            </a:prstGeom>
            <a:solidFill>
              <a:srgbClr val="377EB8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4318723" y="62031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157393" y="62031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216343" y="6203185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857228" y="6203185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519968" y="6203185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465036" y="1120466"/>
              <a:ext cx="3380445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 protein allocation across stages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188693" y="1843428"/>
              <a:ext cx="6735746" cy="3202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188693" y="4656444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88693" y="3868579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88693" y="3080714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88693" y="2292849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188693" y="4262511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188693" y="3474647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88693" y="2686782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188693" y="1898917"/>
              <a:ext cx="6735746" cy="0"/>
            </a:xfrm>
            <a:custGeom>
              <a:avLst/>
              <a:pathLst>
                <a:path w="6735746" h="0">
                  <a:moveTo>
                    <a:pt x="0" y="0"/>
                  </a:moveTo>
                  <a:lnTo>
                    <a:pt x="6735746" y="0"/>
                  </a:lnTo>
                  <a:lnTo>
                    <a:pt x="6735746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25714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87418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547637" y="2516651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714602" y="4760049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601095" y="2402940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3797423" y="4679117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119984" y="1956597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269723" y="4527885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992995" y="2249291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4090120" y="4778733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276761" y="2398347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332497" y="4744760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396133" y="1994604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4206498" y="4801403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6863014" y="3538698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7136056" y="4782845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7247316" y="3745064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632293" y="4661227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7394191" y="3678499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7420508" y="4782975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7460767" y="4380878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655900" y="4812556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638559" y="4100246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679650" y="4850383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758144" y="4357566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FF7F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7402113" y="4824318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984EA3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3966194" y="2264962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7027897" y="3627003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966194" y="4628595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7027897" y="4715280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966194" y="2204939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7027897" y="4270452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966194" y="4765855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7027897" y="4820014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88693" y="1843428"/>
              <a:ext cx="6735746" cy="3202960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041249" y="4215283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2041249" y="3427418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967823" y="2639553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967823" y="1851688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2147572" y="426251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147572" y="347464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147572" y="268678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147572" y="189891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025714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087418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3937749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006722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065579" y="52837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62" name="tx62"/>
            <p:cNvSpPr/>
            <p:nvPr/>
          </p:nvSpPr>
          <p:spPr>
            <a:xfrm rot="-5400000">
              <a:off x="1016096" y="3385792"/>
              <a:ext cx="163348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Protein content (mg/g)</a:t>
              </a:r>
            </a:p>
          </p:txBody>
        </p:sp>
        <p:sp>
          <p:nvSpPr>
            <p:cNvPr id="63" name="rc63"/>
            <p:cNvSpPr/>
            <p:nvPr/>
          </p:nvSpPr>
          <p:spPr>
            <a:xfrm>
              <a:off x="2967000" y="5601244"/>
              <a:ext cx="2493699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3049242" y="5734097"/>
              <a:ext cx="76169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variety_en</a:t>
              </a:r>
            </a:p>
          </p:txBody>
        </p:sp>
        <p:sp>
          <p:nvSpPr>
            <p:cNvPr id="65" name="rc65"/>
            <p:cNvSpPr/>
            <p:nvPr/>
          </p:nvSpPr>
          <p:spPr>
            <a:xfrm>
              <a:off x="3893179" y="5683485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70487" y="5760794"/>
              <a:ext cx="64838" cy="64838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680643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4746709" y="5742797"/>
              <a:ext cx="87323" cy="75624"/>
            </a:xfrm>
            <a:custGeom>
              <a:avLst/>
              <a:pathLst>
                <a:path w="87323" h="75624">
                  <a:moveTo>
                    <a:pt x="43661" y="0"/>
                  </a:moveTo>
                  <a:lnTo>
                    <a:pt x="87323" y="75624"/>
                  </a:lnTo>
                  <a:lnTo>
                    <a:pt x="0" y="75624"/>
                  </a:lnTo>
                  <a:close/>
                </a:path>
              </a:pathLst>
            </a:custGeom>
            <a:solidFill>
              <a:srgbClr val="000000">
                <a:alpha val="6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4194876" y="5745985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982340" y="5745985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5625183" y="5601244"/>
              <a:ext cx="2520948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5707425" y="57340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73" name="rc73"/>
            <p:cNvSpPr/>
            <p:nvPr/>
          </p:nvSpPr>
          <p:spPr>
            <a:xfrm>
              <a:off x="6248512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325821" y="5760794"/>
              <a:ext cx="64838" cy="64838"/>
            </a:xfrm>
            <a:prstGeom prst="ellipse">
              <a:avLst/>
            </a:prstGeom>
            <a:solidFill>
              <a:srgbClr val="FF7F00">
                <a:alpha val="69803"/>
              </a:srgbClr>
            </a:solidFill>
            <a:ln w="10636" cap="rnd">
              <a:solidFill>
                <a:srgbClr val="FF7F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298719" y="5733693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FF7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7087182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7164491" y="5760794"/>
              <a:ext cx="64838" cy="64838"/>
            </a:xfrm>
            <a:prstGeom prst="ellipse">
              <a:avLst/>
            </a:prstGeom>
            <a:solidFill>
              <a:srgbClr val="984EA3">
                <a:alpha val="69803"/>
              </a:srgbClr>
            </a:solidFill>
            <a:ln w="10636" cap="rnd">
              <a:solidFill>
                <a:srgbClr val="984EA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7137390" y="5733693"/>
              <a:ext cx="119041" cy="119041"/>
            </a:xfrm>
            <a:custGeom>
              <a:avLst/>
              <a:pathLst>
                <a:path w="119041" h="119041">
                  <a:moveTo>
                    <a:pt x="0" y="59520"/>
                  </a:moveTo>
                  <a:lnTo>
                    <a:pt x="59520" y="0"/>
                  </a:lnTo>
                  <a:lnTo>
                    <a:pt x="119041" y="59520"/>
                  </a:lnTo>
                  <a:lnTo>
                    <a:pt x="59520" y="119041"/>
                  </a:lnTo>
                  <a:close/>
                </a:path>
              </a:pathLst>
            </a:custGeom>
            <a:solidFill>
              <a:srgbClr val="984E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6550210" y="57459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388880" y="57459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88693" y="1577666"/>
              <a:ext cx="4371380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 and endosperm protein content dynamics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495425"/>
            <a:ext cx="9144000" cy="4572000"/>
            <a:chOff x="777081" y="1495425"/>
            <a:chExt cx="9144000" cy="4572000"/>
          </a:xfrm>
        </p:grpSpPr>
        <p:sp>
          <p:nvSpPr>
            <p:cNvPr id="3" name="rc3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777081" y="1495425"/>
              <a:ext cx="91440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74293" y="2097270"/>
              <a:ext cx="4241152" cy="29491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74293" y="456912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74293" y="376289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74293" y="2956676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293" y="215045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274293" y="4972232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274293" y="416600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4293" y="3359787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74293" y="255356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63656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579263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94869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10475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026081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1731237" y="4502071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731237" y="3628090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1731237" y="4732991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731237" y="3429562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546843" y="4628493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546843" y="3912285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546843" y="2437382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546843" y="4879918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546843" y="3754936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62449" y="2949601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362449" y="3489397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362449" y="4605714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178056" y="2315063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178056" y="4374093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178056" y="3027943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93662" y="2378656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993662" y="4764298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993662" y="2776890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763656" y="4534490"/>
              <a:ext cx="815606" cy="126422"/>
            </a:xfrm>
            <a:custGeom>
              <a:avLst/>
              <a:pathLst>
                <a:path w="815606" h="126422">
                  <a:moveTo>
                    <a:pt x="0" y="0"/>
                  </a:moveTo>
                  <a:lnTo>
                    <a:pt x="815606" y="126422"/>
                  </a:lnTo>
                </a:path>
              </a:pathLst>
            </a:custGeom>
            <a:ln w="1897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63656" y="3660510"/>
              <a:ext cx="815606" cy="284194"/>
            </a:xfrm>
            <a:custGeom>
              <a:avLst/>
              <a:pathLst>
                <a:path w="815606" h="284194">
                  <a:moveTo>
                    <a:pt x="0" y="0"/>
                  </a:moveTo>
                  <a:lnTo>
                    <a:pt x="815606" y="284194"/>
                  </a:lnTo>
                </a:path>
              </a:pathLst>
            </a:custGeom>
            <a:ln w="1897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763656" y="2347482"/>
              <a:ext cx="3262425" cy="2417928"/>
            </a:xfrm>
            <a:custGeom>
              <a:avLst/>
              <a:pathLst>
                <a:path w="3262425" h="2417928">
                  <a:moveTo>
                    <a:pt x="0" y="2417928"/>
                  </a:moveTo>
                  <a:lnTo>
                    <a:pt x="815606" y="122319"/>
                  </a:lnTo>
                  <a:lnTo>
                    <a:pt x="1631212" y="634538"/>
                  </a:lnTo>
                  <a:lnTo>
                    <a:pt x="2446818" y="0"/>
                  </a:lnTo>
                  <a:lnTo>
                    <a:pt x="3262425" y="63593"/>
                  </a:lnTo>
                </a:path>
              </a:pathLst>
            </a:custGeom>
            <a:ln w="1897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1763656" y="3461981"/>
              <a:ext cx="3262425" cy="1450355"/>
            </a:xfrm>
            <a:custGeom>
              <a:avLst/>
              <a:pathLst>
                <a:path w="3262425" h="1450355">
                  <a:moveTo>
                    <a:pt x="0" y="0"/>
                  </a:moveTo>
                  <a:lnTo>
                    <a:pt x="815606" y="1450355"/>
                  </a:lnTo>
                  <a:lnTo>
                    <a:pt x="1631212" y="59834"/>
                  </a:lnTo>
                  <a:lnTo>
                    <a:pt x="2446818" y="944531"/>
                  </a:lnTo>
                  <a:lnTo>
                    <a:pt x="3262425" y="1334735"/>
                  </a:lnTo>
                </a:path>
              </a:pathLst>
            </a:custGeom>
            <a:ln w="1897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79263" y="2809310"/>
              <a:ext cx="2446818" cy="1828824"/>
            </a:xfrm>
            <a:custGeom>
              <a:avLst/>
              <a:pathLst>
                <a:path w="2446818" h="1828824">
                  <a:moveTo>
                    <a:pt x="0" y="978045"/>
                  </a:moveTo>
                  <a:lnTo>
                    <a:pt x="815606" y="1828824"/>
                  </a:lnTo>
                  <a:lnTo>
                    <a:pt x="1631212" y="251052"/>
                  </a:lnTo>
                  <a:lnTo>
                    <a:pt x="2446818" y="0"/>
                  </a:lnTo>
                </a:path>
              </a:pathLst>
            </a:custGeom>
            <a:ln w="1897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274293" y="2097270"/>
              <a:ext cx="4241152" cy="29491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5597687" y="2097270"/>
              <a:ext cx="4241152" cy="29491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597687" y="4569121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97687" y="3762898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597687" y="2956676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597687" y="2150453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597687" y="4972232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597687" y="4166009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597687" y="3359787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597687" y="2553564"/>
              <a:ext cx="4241152" cy="0"/>
            </a:xfrm>
            <a:custGeom>
              <a:avLst/>
              <a:pathLst>
                <a:path w="4241152" h="0">
                  <a:moveTo>
                    <a:pt x="0" y="0"/>
                  </a:moveTo>
                  <a:lnTo>
                    <a:pt x="4241152" y="0"/>
                  </a:lnTo>
                  <a:lnTo>
                    <a:pt x="4241152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087051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902657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718263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533869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349476" y="2097270"/>
              <a:ext cx="0" cy="2949118"/>
            </a:xfrm>
            <a:custGeom>
              <a:avLst/>
              <a:pathLst>
                <a:path w="0" h="2949118">
                  <a:moveTo>
                    <a:pt x="0" y="294911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054631" y="4644447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054631" y="4429148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054631" y="4815890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054631" y="4507012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870237" y="4068697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6870237" y="4482745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870237" y="3195772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870237" y="4362413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870237" y="4139820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7685844" y="2759963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7685844" y="4587790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7685844" y="2660633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8501450" y="2244078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8501450" y="4797842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8501450" y="2578977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9317056" y="2198901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9317056" y="4556898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9317056" y="3945590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087051" y="4101116"/>
              <a:ext cx="815606" cy="575750"/>
            </a:xfrm>
            <a:custGeom>
              <a:avLst/>
              <a:pathLst>
                <a:path w="815606" h="575750">
                  <a:moveTo>
                    <a:pt x="0" y="575750"/>
                  </a:moveTo>
                  <a:lnTo>
                    <a:pt x="815606" y="0"/>
                  </a:lnTo>
                </a:path>
              </a:pathLst>
            </a:custGeom>
            <a:ln w="1897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087051" y="4461567"/>
              <a:ext cx="815606" cy="53596"/>
            </a:xfrm>
            <a:custGeom>
              <a:avLst/>
              <a:pathLst>
                <a:path w="815606" h="53596">
                  <a:moveTo>
                    <a:pt x="0" y="0"/>
                  </a:moveTo>
                  <a:lnTo>
                    <a:pt x="815606" y="53596"/>
                  </a:lnTo>
                </a:path>
              </a:pathLst>
            </a:custGeom>
            <a:ln w="1897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087051" y="2231320"/>
              <a:ext cx="3262425" cy="2616988"/>
            </a:xfrm>
            <a:custGeom>
              <a:avLst/>
              <a:pathLst>
                <a:path w="3262425" h="2616988">
                  <a:moveTo>
                    <a:pt x="0" y="2616988"/>
                  </a:moveTo>
                  <a:lnTo>
                    <a:pt x="815606" y="996871"/>
                  </a:lnTo>
                  <a:lnTo>
                    <a:pt x="1631212" y="561062"/>
                  </a:lnTo>
                  <a:lnTo>
                    <a:pt x="2446818" y="45177"/>
                  </a:lnTo>
                  <a:lnTo>
                    <a:pt x="3262425" y="0"/>
                  </a:lnTo>
                </a:path>
              </a:pathLst>
            </a:custGeom>
            <a:ln w="1897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087051" y="4394833"/>
              <a:ext cx="3262425" cy="435428"/>
            </a:xfrm>
            <a:custGeom>
              <a:avLst/>
              <a:pathLst>
                <a:path w="3262425" h="435428">
                  <a:moveTo>
                    <a:pt x="0" y="144598"/>
                  </a:moveTo>
                  <a:lnTo>
                    <a:pt x="815606" y="0"/>
                  </a:lnTo>
                  <a:lnTo>
                    <a:pt x="1631212" y="225377"/>
                  </a:lnTo>
                  <a:lnTo>
                    <a:pt x="2446818" y="435428"/>
                  </a:lnTo>
                  <a:lnTo>
                    <a:pt x="3262425" y="194484"/>
                  </a:lnTo>
                </a:path>
              </a:pathLst>
            </a:custGeom>
            <a:ln w="1897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902657" y="2611396"/>
              <a:ext cx="2446818" cy="1560842"/>
            </a:xfrm>
            <a:custGeom>
              <a:avLst/>
              <a:pathLst>
                <a:path w="2446818" h="1560842">
                  <a:moveTo>
                    <a:pt x="0" y="1560842"/>
                  </a:moveTo>
                  <a:lnTo>
                    <a:pt x="815606" y="81656"/>
                  </a:lnTo>
                  <a:lnTo>
                    <a:pt x="1631212" y="0"/>
                  </a:lnTo>
                  <a:lnTo>
                    <a:pt x="2446818" y="1366613"/>
                  </a:lnTo>
                </a:path>
              </a:pathLst>
            </a:custGeom>
            <a:ln w="1897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597687" y="2097270"/>
              <a:ext cx="4241152" cy="2949118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1274293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3193107" y="1923120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83" name="rc83"/>
            <p:cNvSpPr/>
            <p:nvPr/>
          </p:nvSpPr>
          <p:spPr>
            <a:xfrm>
              <a:off x="5597687" y="1843428"/>
              <a:ext cx="4241152" cy="253841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7520204" y="1923120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85" name="pl85"/>
            <p:cNvSpPr/>
            <p:nvPr/>
          </p:nvSpPr>
          <p:spPr>
            <a:xfrm>
              <a:off x="1763656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579263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94869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210475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026081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1675691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498567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314173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129779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945386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95" name="pl95"/>
            <p:cNvSpPr/>
            <p:nvPr/>
          </p:nvSpPr>
          <p:spPr>
            <a:xfrm>
              <a:off x="6087051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902657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718263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533869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9349476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5999085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6821961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637567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8453174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268780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1126849" y="4925003"/>
              <a:ext cx="7342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053423" y="4118781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1053423" y="3312558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1053423" y="2506335"/>
              <a:ext cx="146852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09" name="pl109"/>
            <p:cNvSpPr/>
            <p:nvPr/>
          </p:nvSpPr>
          <p:spPr>
            <a:xfrm>
              <a:off x="1233172" y="4972232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233172" y="416600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1233172" y="335978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233172" y="255356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tx113"/>
            <p:cNvSpPr/>
            <p:nvPr/>
          </p:nvSpPr>
          <p:spPr>
            <a:xfrm>
              <a:off x="5065579" y="52837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114" name="tx114"/>
            <p:cNvSpPr/>
            <p:nvPr/>
          </p:nvSpPr>
          <p:spPr>
            <a:xfrm rot="-5400000">
              <a:off x="652394" y="3512713"/>
              <a:ext cx="532089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CV (%)</a:t>
              </a:r>
            </a:p>
          </p:txBody>
        </p:sp>
        <p:sp>
          <p:nvSpPr>
            <p:cNvPr id="115" name="rc115"/>
            <p:cNvSpPr/>
            <p:nvPr/>
          </p:nvSpPr>
          <p:spPr>
            <a:xfrm>
              <a:off x="3298324" y="5601244"/>
              <a:ext cx="4516483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3380566" y="5734097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</a:t>
              </a:r>
            </a:p>
          </p:txBody>
        </p:sp>
        <p:sp>
          <p:nvSpPr>
            <p:cNvPr id="117" name="rc117"/>
            <p:cNvSpPr/>
            <p:nvPr/>
          </p:nvSpPr>
          <p:spPr>
            <a:xfrm>
              <a:off x="392165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998962" y="5760794"/>
              <a:ext cx="64838" cy="64838"/>
            </a:xfrm>
            <a:prstGeom prst="ellipse">
              <a:avLst/>
            </a:prstGeom>
            <a:solidFill>
              <a:srgbClr val="FF7F00">
                <a:alpha val="100000"/>
              </a:srgbClr>
            </a:solidFill>
            <a:ln w="10636" cap="rnd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943599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FF7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4760324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837632" y="5760794"/>
              <a:ext cx="64838" cy="64838"/>
            </a:xfrm>
            <a:prstGeom prst="ellipse">
              <a:avLst/>
            </a:prstGeom>
            <a:solidFill>
              <a:srgbClr val="984EA3">
                <a:alpha val="100000"/>
              </a:srgbClr>
            </a:solidFill>
            <a:ln w="10636" cap="rnd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782269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984EA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819273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896582" y="5760794"/>
              <a:ext cx="64838" cy="64838"/>
            </a:xfrm>
            <a:prstGeom prst="ellipse">
              <a:avLst/>
            </a:prstGeom>
            <a:solidFill>
              <a:srgbClr val="4DAF4A">
                <a:alpha val="100000"/>
              </a:srgbClr>
            </a:solidFill>
            <a:ln w="10636" cap="rnd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841219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4DAF4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6460159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537467" y="5760794"/>
              <a:ext cx="64838" cy="64838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482104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7122898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7200207" y="5760794"/>
              <a:ext cx="64838" cy="64838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144844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897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tx132"/>
            <p:cNvSpPr/>
            <p:nvPr/>
          </p:nvSpPr>
          <p:spPr>
            <a:xfrm>
              <a:off x="4223351" y="5745985"/>
              <a:ext cx="45473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Embryo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062021" y="5745985"/>
              <a:ext cx="67501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Endosperm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6120971" y="5745985"/>
              <a:ext cx="256946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Leaf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61856" y="5745985"/>
              <a:ext cx="27880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Root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424596" y="5745985"/>
              <a:ext cx="307969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Stem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1274293" y="1577666"/>
              <a:ext cx="3233501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Coefficient of variation across stages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495425"/>
            <a:ext cx="7315200" cy="4572000"/>
            <a:chOff x="1691481" y="1495425"/>
            <a:chExt cx="7315200" cy="4572000"/>
          </a:xfrm>
        </p:grpSpPr>
        <p:sp>
          <p:nvSpPr>
            <p:cNvPr id="3" name="rc3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495425"/>
              <a:ext cx="7315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225360" y="1843428"/>
              <a:ext cx="6699079" cy="3202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225360" y="4914936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225360" y="3966282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225360" y="3017628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225360" y="2068974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225360" y="4440609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225360" y="3491955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225360" y="2543301"/>
              <a:ext cx="6699079" cy="0"/>
            </a:xfrm>
            <a:custGeom>
              <a:avLst/>
              <a:pathLst>
                <a:path w="6699079" h="0">
                  <a:moveTo>
                    <a:pt x="0" y="0"/>
                  </a:moveTo>
                  <a:lnTo>
                    <a:pt x="6699079" y="0"/>
                  </a:lnTo>
                  <a:lnTo>
                    <a:pt x="6699079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998331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86615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74900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863184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51469" y="1843428"/>
              <a:ext cx="0" cy="3202960"/>
            </a:xfrm>
            <a:custGeom>
              <a:avLst/>
              <a:pathLst>
                <a:path w="0" h="3202960">
                  <a:moveTo>
                    <a:pt x="0" y="320296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952361" y="2839222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240645" y="3988126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528930" y="4656254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817214" y="4539421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8105499" y="4540973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952361" y="2474911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240645" y="3332620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528930" y="4694789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817214" y="4662229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8105499" y="4802605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998331" y="2885192"/>
              <a:ext cx="5153137" cy="1817032"/>
            </a:xfrm>
            <a:custGeom>
              <a:avLst/>
              <a:pathLst>
                <a:path w="5153137" h="1817032">
                  <a:moveTo>
                    <a:pt x="0" y="0"/>
                  </a:moveTo>
                  <a:lnTo>
                    <a:pt x="1288284" y="1148903"/>
                  </a:lnTo>
                  <a:lnTo>
                    <a:pt x="2576568" y="1817032"/>
                  </a:lnTo>
                  <a:lnTo>
                    <a:pt x="3864853" y="1700199"/>
                  </a:lnTo>
                  <a:lnTo>
                    <a:pt x="5153137" y="1701750"/>
                  </a:lnTo>
                </a:path>
              </a:pathLst>
            </a:custGeom>
            <a:ln w="2710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998331" y="2520881"/>
              <a:ext cx="5153137" cy="2327694"/>
            </a:xfrm>
            <a:custGeom>
              <a:avLst/>
              <a:pathLst>
                <a:path w="5153137" h="2327694">
                  <a:moveTo>
                    <a:pt x="0" y="0"/>
                  </a:moveTo>
                  <a:lnTo>
                    <a:pt x="1288284" y="857709"/>
                  </a:lnTo>
                  <a:lnTo>
                    <a:pt x="2576568" y="2219877"/>
                  </a:lnTo>
                  <a:lnTo>
                    <a:pt x="3864853" y="2187318"/>
                  </a:lnTo>
                  <a:lnTo>
                    <a:pt x="5153137" y="2327694"/>
                  </a:lnTo>
                </a:path>
              </a:pathLst>
            </a:custGeom>
            <a:ln w="2710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01709" y="2347909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98331" y="2347909"/>
              <a:ext cx="0" cy="1074566"/>
            </a:xfrm>
            <a:custGeom>
              <a:avLst/>
              <a:pathLst>
                <a:path w="0" h="1074566">
                  <a:moveTo>
                    <a:pt x="0" y="0"/>
                  </a:moveTo>
                  <a:lnTo>
                    <a:pt x="0" y="1074566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01709" y="3422475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89994" y="3852935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286615" y="3852935"/>
              <a:ext cx="0" cy="362322"/>
            </a:xfrm>
            <a:custGeom>
              <a:avLst/>
              <a:pathLst>
                <a:path w="0" h="362322">
                  <a:moveTo>
                    <a:pt x="0" y="0"/>
                  </a:moveTo>
                  <a:lnTo>
                    <a:pt x="0" y="362322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89994" y="421525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478278" y="4607033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74900" y="4607033"/>
              <a:ext cx="0" cy="190382"/>
            </a:xfrm>
            <a:custGeom>
              <a:avLst/>
              <a:pathLst>
                <a:path w="0" h="190382">
                  <a:moveTo>
                    <a:pt x="0" y="0"/>
                  </a:moveTo>
                  <a:lnTo>
                    <a:pt x="0" y="190382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478278" y="4797416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766563" y="4511794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6863184" y="4511794"/>
              <a:ext cx="0" cy="147195"/>
            </a:xfrm>
            <a:custGeom>
              <a:avLst/>
              <a:pathLst>
                <a:path w="0" h="147195">
                  <a:moveTo>
                    <a:pt x="0" y="0"/>
                  </a:moveTo>
                  <a:lnTo>
                    <a:pt x="0" y="147195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6766563" y="4658989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054847" y="4515806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151469" y="4515806"/>
              <a:ext cx="0" cy="142274"/>
            </a:xfrm>
            <a:custGeom>
              <a:avLst/>
              <a:pathLst>
                <a:path w="0" h="142274">
                  <a:moveTo>
                    <a:pt x="0" y="0"/>
                  </a:moveTo>
                  <a:lnTo>
                    <a:pt x="0" y="142274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054847" y="4658080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01709" y="198901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98331" y="1989017"/>
              <a:ext cx="0" cy="1063727"/>
            </a:xfrm>
            <a:custGeom>
              <a:avLst/>
              <a:pathLst>
                <a:path w="0" h="1063727">
                  <a:moveTo>
                    <a:pt x="0" y="0"/>
                  </a:moveTo>
                  <a:lnTo>
                    <a:pt x="0" y="1063727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01709" y="3052745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189994" y="3096684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286615" y="3096684"/>
              <a:ext cx="0" cy="563812"/>
            </a:xfrm>
            <a:custGeom>
              <a:avLst/>
              <a:pathLst>
                <a:path w="0" h="563812">
                  <a:moveTo>
                    <a:pt x="0" y="0"/>
                  </a:moveTo>
                  <a:lnTo>
                    <a:pt x="0" y="563812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89994" y="366049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478278" y="464125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574900" y="4641257"/>
              <a:ext cx="0" cy="199004"/>
            </a:xfrm>
            <a:custGeom>
              <a:avLst/>
              <a:pathLst>
                <a:path w="0" h="199004">
                  <a:moveTo>
                    <a:pt x="0" y="0"/>
                  </a:moveTo>
                  <a:lnTo>
                    <a:pt x="0" y="199004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478278" y="4840261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766563" y="4634217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863184" y="4634217"/>
              <a:ext cx="0" cy="147964"/>
            </a:xfrm>
            <a:custGeom>
              <a:avLst/>
              <a:pathLst>
                <a:path w="0" h="147964">
                  <a:moveTo>
                    <a:pt x="0" y="0"/>
                  </a:moveTo>
                  <a:lnTo>
                    <a:pt x="0" y="147964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766563" y="4782181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054847" y="4796352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151469" y="4796352"/>
              <a:ext cx="0" cy="104446"/>
            </a:xfrm>
            <a:custGeom>
              <a:avLst/>
              <a:pathLst>
                <a:path w="0" h="104446">
                  <a:moveTo>
                    <a:pt x="0" y="0"/>
                  </a:moveTo>
                  <a:lnTo>
                    <a:pt x="0" y="104446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054847" y="4900799"/>
              <a:ext cx="193242" cy="0"/>
            </a:xfrm>
            <a:custGeom>
              <a:avLst/>
              <a:pathLst>
                <a:path w="193242" h="0">
                  <a:moveTo>
                    <a:pt x="0" y="0"/>
                  </a:moveTo>
                  <a:lnTo>
                    <a:pt x="193242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225360" y="1843428"/>
              <a:ext cx="6699079" cy="3202960"/>
            </a:xfrm>
            <a:prstGeom prst="rect">
              <a:avLst/>
            </a:prstGeom>
            <a:noFill/>
            <a:ln w="16014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1967823" y="4393380"/>
              <a:ext cx="18352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1967823" y="3444726"/>
              <a:ext cx="18352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1967823" y="2496072"/>
              <a:ext cx="18352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64" name="pl64"/>
            <p:cNvSpPr/>
            <p:nvPr/>
          </p:nvSpPr>
          <p:spPr>
            <a:xfrm>
              <a:off x="2184239" y="4440609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184239" y="349195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184239" y="254330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998331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286615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74900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863184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51469" y="5046388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2910365" y="5120405"/>
              <a:ext cx="175930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VE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205919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V2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494204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V3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782488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V4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8070773" y="5120405"/>
              <a:ext cx="161391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V5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083913" y="5283781"/>
              <a:ext cx="98197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Growth stage</a:t>
              </a:r>
            </a:p>
          </p:txBody>
        </p:sp>
        <p:sp>
          <p:nvSpPr>
            <p:cNvPr id="78" name="tx78"/>
            <p:cNvSpPr/>
            <p:nvPr/>
          </p:nvSpPr>
          <p:spPr>
            <a:xfrm rot="-5400000">
              <a:off x="795863" y="3385792"/>
              <a:ext cx="2073950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protein content (mg/g)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4458078" y="5601244"/>
              <a:ext cx="2233644" cy="3839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tx80"/>
            <p:cNvSpPr/>
            <p:nvPr/>
          </p:nvSpPr>
          <p:spPr>
            <a:xfrm>
              <a:off x="4540319" y="5734097"/>
              <a:ext cx="501639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Variety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5124201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187959" y="5747243"/>
              <a:ext cx="91940" cy="91940"/>
            </a:xfrm>
            <a:prstGeom prst="ellipse">
              <a:avLst/>
            </a:prstGeom>
            <a:solidFill>
              <a:srgbClr val="E41A1C">
                <a:alpha val="100000"/>
              </a:srgbClr>
            </a:solidFill>
            <a:ln w="10636" cap="rnd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146146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146146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E4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911665" y="568348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5975422" y="5747243"/>
              <a:ext cx="91940" cy="91940"/>
            </a:xfrm>
            <a:prstGeom prst="ellipse">
              <a:avLst/>
            </a:prstGeom>
            <a:solidFill>
              <a:srgbClr val="377EB8">
                <a:alpha val="100000"/>
              </a:srgbClr>
            </a:solidFill>
            <a:ln w="10636" cap="rnd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933610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933610" y="579321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6260" cap="flat">
              <a:solidFill>
                <a:srgbClr val="377E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tx89"/>
            <p:cNvSpPr/>
            <p:nvPr/>
          </p:nvSpPr>
          <p:spPr>
            <a:xfrm>
              <a:off x="5425898" y="5745985"/>
              <a:ext cx="403524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HY122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213362" y="5745985"/>
              <a:ext cx="396118" cy="944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4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ZD958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225360" y="1577666"/>
              <a:ext cx="3700119" cy="1418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5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Whole-plant average protein content trend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2026-05-19T12:33:48Z</dcterms:modified>
</cp:coreProperties>
</file>